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4"/>
  </p:sldMasterIdLst>
  <p:notesMasterIdLst>
    <p:notesMasterId r:id="rId50"/>
  </p:notesMasterIdLst>
  <p:sldIdLst>
    <p:sldId id="357" r:id="rId5"/>
    <p:sldId id="257" r:id="rId6"/>
    <p:sldId id="447" r:id="rId7"/>
    <p:sldId id="448" r:id="rId8"/>
    <p:sldId id="449" r:id="rId9"/>
    <p:sldId id="548" r:id="rId10"/>
    <p:sldId id="560" r:id="rId11"/>
    <p:sldId id="561" r:id="rId12"/>
    <p:sldId id="562" r:id="rId13"/>
    <p:sldId id="563" r:id="rId14"/>
    <p:sldId id="395" r:id="rId15"/>
    <p:sldId id="258" r:id="rId16"/>
    <p:sldId id="259" r:id="rId17"/>
    <p:sldId id="423" r:id="rId18"/>
    <p:sldId id="260" r:id="rId19"/>
    <p:sldId id="424" r:id="rId20"/>
    <p:sldId id="407" r:id="rId21"/>
    <p:sldId id="425" r:id="rId22"/>
    <p:sldId id="374" r:id="rId23"/>
    <p:sldId id="427" r:id="rId24"/>
    <p:sldId id="408" r:id="rId25"/>
    <p:sldId id="428" r:id="rId26"/>
    <p:sldId id="316" r:id="rId27"/>
    <p:sldId id="432" r:id="rId28"/>
    <p:sldId id="433" r:id="rId29"/>
    <p:sldId id="434" r:id="rId30"/>
    <p:sldId id="429" r:id="rId31"/>
    <p:sldId id="435" r:id="rId32"/>
    <p:sldId id="430" r:id="rId33"/>
    <p:sldId id="436" r:id="rId34"/>
    <p:sldId id="431" r:id="rId35"/>
    <p:sldId id="437" r:id="rId36"/>
    <p:sldId id="274" r:id="rId37"/>
    <p:sldId id="442" r:id="rId38"/>
    <p:sldId id="438" r:id="rId39"/>
    <p:sldId id="443" r:id="rId40"/>
    <p:sldId id="439" r:id="rId41"/>
    <p:sldId id="446" r:id="rId42"/>
    <p:sldId id="440" r:id="rId43"/>
    <p:sldId id="445" r:id="rId44"/>
    <p:sldId id="441" r:id="rId45"/>
    <p:sldId id="444" r:id="rId46"/>
    <p:sldId id="289" r:id="rId47"/>
    <p:sldId id="386" r:id="rId48"/>
    <p:sldId id="403" r:id="rId4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51"/>
    </p:embeddedFont>
    <p:embeddedFont>
      <p:font typeface="Della Respira" panose="020B0604020202020204" charset="0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FFEC4B-EA06-44FB-AA34-6DC7EC8E909A}" v="8" dt="2026-04-07T21:01:04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7"/>
    <p:restoredTop sz="92597" autoAdjust="0"/>
  </p:normalViewPr>
  <p:slideViewPr>
    <p:cSldViewPr snapToGrid="0" snapToObjects="1">
      <p:cViewPr varScale="1">
        <p:scale>
          <a:sx n="96" d="100"/>
          <a:sy n="96" d="100"/>
        </p:scale>
        <p:origin x="114" y="5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ie Lake" userId="3a5ac82f5fef6580" providerId="LiveId" clId="{58E5FC8F-3079-4F43-9523-A3A73DC69AD6}"/>
    <pc:docChg chg="undo custSel addSld delSld modSld">
      <pc:chgData name="Charlie Lake" userId="3a5ac82f5fef6580" providerId="LiveId" clId="{58E5FC8F-3079-4F43-9523-A3A73DC69AD6}" dt="2026-04-05T21:35:19.882" v="2759" actId="1076"/>
      <pc:docMkLst>
        <pc:docMk/>
      </pc:docMkLst>
      <pc:sldChg chg="addSp delSp modSp mod delAnim modAnim">
        <pc:chgData name="Charlie Lake" userId="3a5ac82f5fef6580" providerId="LiveId" clId="{58E5FC8F-3079-4F43-9523-A3A73DC69AD6}" dt="2026-04-02T22:27:07.894" v="2649"/>
        <pc:sldMkLst>
          <pc:docMk/>
          <pc:sldMk cId="0" sldId="258"/>
        </pc:sldMkLst>
        <pc:spChg chg="mod">
          <ac:chgData name="Charlie Lake" userId="3a5ac82f5fef6580" providerId="LiveId" clId="{58E5FC8F-3079-4F43-9523-A3A73DC69AD6}" dt="2026-04-02T21:59:59.457" v="2093" actId="1076"/>
          <ac:spMkLst>
            <pc:docMk/>
            <pc:sldMk cId="0" sldId="258"/>
            <ac:spMk id="3" creationId="{705B6AE1-1C7B-06B8-4CC9-AFBC2A4081A9}"/>
          </ac:spMkLst>
        </pc:spChg>
        <pc:spChg chg="mod">
          <ac:chgData name="Charlie Lake" userId="3a5ac82f5fef6580" providerId="LiveId" clId="{58E5FC8F-3079-4F43-9523-A3A73DC69AD6}" dt="2026-04-02T22:26:17.074" v="2644"/>
          <ac:spMkLst>
            <pc:docMk/>
            <pc:sldMk cId="0" sldId="258"/>
            <ac:spMk id="6" creationId="{8C85F899-48BA-1E8A-368B-B2185C522D94}"/>
          </ac:spMkLst>
        </pc:spChg>
        <pc:spChg chg="mod">
          <ac:chgData name="Charlie Lake" userId="3a5ac82f5fef6580" providerId="LiveId" clId="{58E5FC8F-3079-4F43-9523-A3A73DC69AD6}" dt="2026-04-02T22:25:20.320" v="2637"/>
          <ac:spMkLst>
            <pc:docMk/>
            <pc:sldMk cId="0" sldId="258"/>
            <ac:spMk id="11" creationId="{B7806A48-611F-55D3-C2A4-14C571EEADAA}"/>
          </ac:spMkLst>
        </pc:spChg>
        <pc:spChg chg="mod">
          <ac:chgData name="Charlie Lake" userId="3a5ac82f5fef6580" providerId="LiveId" clId="{58E5FC8F-3079-4F43-9523-A3A73DC69AD6}" dt="2026-04-02T22:25:38.960" v="2640"/>
          <ac:spMkLst>
            <pc:docMk/>
            <pc:sldMk cId="0" sldId="258"/>
            <ac:spMk id="13" creationId="{3FA01849-9615-F734-EAE5-49DF51D79137}"/>
          </ac:spMkLst>
        </pc:spChg>
        <pc:spChg chg="add mod">
          <ac:chgData name="Charlie Lake" userId="3a5ac82f5fef6580" providerId="LiveId" clId="{58E5FC8F-3079-4F43-9523-A3A73DC69AD6}" dt="2026-04-02T21:59:54.610" v="2092" actId="1076"/>
          <ac:spMkLst>
            <pc:docMk/>
            <pc:sldMk cId="0" sldId="258"/>
            <ac:spMk id="14" creationId="{03E57A1D-5834-C078-7682-30FCF27B2C48}"/>
          </ac:spMkLst>
        </pc:spChg>
        <pc:spChg chg="mod">
          <ac:chgData name="Charlie Lake" userId="3a5ac82f5fef6580" providerId="LiveId" clId="{58E5FC8F-3079-4F43-9523-A3A73DC69AD6}" dt="2026-04-02T22:26:21.070" v="2645"/>
          <ac:spMkLst>
            <pc:docMk/>
            <pc:sldMk cId="0" sldId="258"/>
            <ac:spMk id="15" creationId="{70D479A2-3DC5-2AA4-73B8-98B0485C822B}"/>
          </ac:spMkLst>
        </pc:spChg>
        <pc:spChg chg="add mod">
          <ac:chgData name="Charlie Lake" userId="3a5ac82f5fef6580" providerId="LiveId" clId="{58E5FC8F-3079-4F43-9523-A3A73DC69AD6}" dt="2026-04-02T22:25:01.025" v="2635"/>
          <ac:spMkLst>
            <pc:docMk/>
            <pc:sldMk cId="0" sldId="258"/>
            <ac:spMk id="17" creationId="{F2409047-7140-2CE0-85D9-B2052366775A}"/>
          </ac:spMkLst>
        </pc:spChg>
        <pc:spChg chg="add mod">
          <ac:chgData name="Charlie Lake" userId="3a5ac82f5fef6580" providerId="LiveId" clId="{58E5FC8F-3079-4F43-9523-A3A73DC69AD6}" dt="2026-04-02T22:25:54.841" v="2642"/>
          <ac:spMkLst>
            <pc:docMk/>
            <pc:sldMk cId="0" sldId="258"/>
            <ac:spMk id="18" creationId="{6577950C-E56D-0FF2-5D32-E4ACBA21A686}"/>
          </ac:spMkLst>
        </pc:spChg>
        <pc:spChg chg="add mod">
          <ac:chgData name="Charlie Lake" userId="3a5ac82f5fef6580" providerId="LiveId" clId="{58E5FC8F-3079-4F43-9523-A3A73DC69AD6}" dt="2026-04-02T22:27:01.208" v="2648"/>
          <ac:spMkLst>
            <pc:docMk/>
            <pc:sldMk cId="0" sldId="258"/>
            <ac:spMk id="19" creationId="{A00428E5-ACB9-027A-91E1-59CEAB411587}"/>
          </ac:spMkLst>
        </pc:spChg>
        <pc:spChg chg="add mod">
          <ac:chgData name="Charlie Lake" userId="3a5ac82f5fef6580" providerId="LiveId" clId="{58E5FC8F-3079-4F43-9523-A3A73DC69AD6}" dt="2026-04-02T22:27:07.894" v="2649"/>
          <ac:spMkLst>
            <pc:docMk/>
            <pc:sldMk cId="0" sldId="258"/>
            <ac:spMk id="20" creationId="{2EA31A94-18A7-F14B-EF2E-0AC5F05F7FA4}"/>
          </ac:spMkLst>
        </pc:spChg>
        <pc:spChg chg="mod">
          <ac:chgData name="Charlie Lake" userId="3a5ac82f5fef6580" providerId="LiveId" clId="{58E5FC8F-3079-4F43-9523-A3A73DC69AD6}" dt="2026-04-02T21:54:13.119" v="1974" actId="1076"/>
          <ac:spMkLst>
            <pc:docMk/>
            <pc:sldMk cId="0" sldId="258"/>
            <ac:spMk id="236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01:11.457" v="2119" actId="20577"/>
          <ac:spMkLst>
            <pc:docMk/>
            <pc:sldMk cId="0" sldId="258"/>
            <ac:spMk id="237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01:19.297" v="2149" actId="20577"/>
          <ac:spMkLst>
            <pc:docMk/>
            <pc:sldMk cId="0" sldId="258"/>
            <ac:spMk id="238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01:24.024" v="2163" actId="2057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25:06.186" v="2636"/>
          <ac:spMkLst>
            <pc:docMk/>
            <pc:sldMk cId="0" sldId="258"/>
            <ac:spMk id="243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24:23.534" v="2634"/>
          <ac:spMkLst>
            <pc:docMk/>
            <pc:sldMk cId="0" sldId="258"/>
            <ac:spMk id="244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26:03.431" v="2643"/>
          <ac:spMkLst>
            <pc:docMk/>
            <pc:sldMk cId="0" sldId="258"/>
            <ac:spMk id="245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25:32.272" v="2638"/>
          <ac:spMkLst>
            <pc:docMk/>
            <pc:sldMk cId="0" sldId="258"/>
            <ac:spMk id="248" creationId="{00000000-0000-0000-0000-000000000000}"/>
          </ac:spMkLst>
        </pc:spChg>
        <pc:spChg chg="mod">
          <ac:chgData name="Charlie Lake" userId="3a5ac82f5fef6580" providerId="LiveId" clId="{58E5FC8F-3079-4F43-9523-A3A73DC69AD6}" dt="2026-04-02T22:25:35.634" v="2639"/>
          <ac:spMkLst>
            <pc:docMk/>
            <pc:sldMk cId="0" sldId="258"/>
            <ac:spMk id="249" creationId="{00000000-0000-0000-0000-000000000000}"/>
          </ac:spMkLst>
        </pc:spChg>
        <pc:spChg chg="mod">
          <ac:chgData name="Charlie Lake" userId="3a5ac82f5fef6580" providerId="LiveId" clId="{58E5FC8F-3079-4F43-9523-A3A73DC69AD6}" dt="2026-04-02T21:59:54.610" v="2092" actId="1076"/>
          <ac:spMkLst>
            <pc:docMk/>
            <pc:sldMk cId="0" sldId="258"/>
            <ac:spMk id="258" creationId="{00000000-0000-0000-0000-000000000000}"/>
          </ac:spMkLst>
        </pc:spChg>
        <pc:graphicFrameChg chg="mod modGraphic">
          <ac:chgData name="Charlie Lake" userId="3a5ac82f5fef6580" providerId="LiveId" clId="{58E5FC8F-3079-4F43-9523-A3A73DC69AD6}" dt="2026-04-02T21:58:43.193" v="2036" actId="1076"/>
          <ac:graphicFrameMkLst>
            <pc:docMk/>
            <pc:sldMk cId="0" sldId="258"/>
            <ac:graphicFrameMk id="10" creationId="{143A3C2B-9E4A-F824-A4C9-F7C20CC65465}"/>
          </ac:graphicFrameMkLst>
        </pc:graphicFrameChg>
      </pc:sldChg>
      <pc:sldChg chg="addSp delSp modSp mod">
        <pc:chgData name="Charlie Lake" userId="3a5ac82f5fef6580" providerId="LiveId" clId="{58E5FC8F-3079-4F43-9523-A3A73DC69AD6}" dt="2026-04-02T22:03:10.014" v="2294" actId="1076"/>
        <pc:sldMkLst>
          <pc:docMk/>
          <pc:sldMk cId="0" sldId="259"/>
        </pc:sldMkLst>
        <pc:spChg chg="mod">
          <ac:chgData name="Charlie Lake" userId="3a5ac82f5fef6580" providerId="LiveId" clId="{58E5FC8F-3079-4F43-9523-A3A73DC69AD6}" dt="2026-04-02T22:01:39.812" v="2184" actId="20577"/>
          <ac:spMkLst>
            <pc:docMk/>
            <pc:sldMk cId="0" sldId="259"/>
            <ac:spMk id="12" creationId="{502DBD95-B1B7-2A7D-FF67-F5D32C8328BE}"/>
          </ac:spMkLst>
        </pc:spChg>
        <pc:picChg chg="add mod">
          <ac:chgData name="Charlie Lake" userId="3a5ac82f5fef6580" providerId="LiveId" clId="{58E5FC8F-3079-4F43-9523-A3A73DC69AD6}" dt="2026-04-02T22:03:10.014" v="2294" actId="1076"/>
          <ac:picMkLst>
            <pc:docMk/>
            <pc:sldMk cId="0" sldId="259"/>
            <ac:picMk id="4" creationId="{D7BECC37-9829-341B-B985-EA34B7339352}"/>
          </ac:picMkLst>
        </pc:picChg>
      </pc:sldChg>
      <pc:sldChg chg="addSp delSp modSp mod">
        <pc:chgData name="Charlie Lake" userId="3a5ac82f5fef6580" providerId="LiveId" clId="{58E5FC8F-3079-4F43-9523-A3A73DC69AD6}" dt="2026-04-05T21:01:41.819" v="2651"/>
        <pc:sldMkLst>
          <pc:docMk/>
          <pc:sldMk cId="0" sldId="260"/>
        </pc:sldMkLst>
        <pc:spChg chg="mod">
          <ac:chgData name="Charlie Lake" userId="3a5ac82f5fef6580" providerId="LiveId" clId="{58E5FC8F-3079-4F43-9523-A3A73DC69AD6}" dt="2026-04-02T22:01:52.704" v="2208" actId="20577"/>
          <ac:spMkLst>
            <pc:docMk/>
            <pc:sldMk cId="0" sldId="260"/>
            <ac:spMk id="8" creationId="{E85DF31F-A58C-391B-4D47-36A9C4841041}"/>
          </ac:spMkLst>
        </pc:spChg>
        <pc:picChg chg="add mod">
          <ac:chgData name="Charlie Lake" userId="3a5ac82f5fef6580" providerId="LiveId" clId="{58E5FC8F-3079-4F43-9523-A3A73DC69AD6}" dt="2026-04-05T21:01:41.819" v="2651"/>
          <ac:picMkLst>
            <pc:docMk/>
            <pc:sldMk cId="0" sldId="260"/>
            <ac:picMk id="3" creationId="{4C09CF88-A17E-22BE-9FDD-135A6CE23CB0}"/>
          </ac:picMkLst>
        </pc:picChg>
        <pc:picChg chg="add mod">
          <ac:chgData name="Charlie Lake" userId="3a5ac82f5fef6580" providerId="LiveId" clId="{58E5FC8F-3079-4F43-9523-A3A73DC69AD6}" dt="2026-04-05T21:01:41.819" v="2651"/>
          <ac:picMkLst>
            <pc:docMk/>
            <pc:sldMk cId="0" sldId="260"/>
            <ac:picMk id="4" creationId="{1320BACB-7767-BAF2-F7B5-8B75E1048272}"/>
          </ac:picMkLst>
        </pc:picChg>
      </pc:sldChg>
      <pc:sldChg chg="addSp delSp modSp mod">
        <pc:chgData name="Charlie Lake" userId="3a5ac82f5fef6580" providerId="LiveId" clId="{58E5FC8F-3079-4F43-9523-A3A73DC69AD6}" dt="2026-04-02T22:18:50.299" v="2558" actId="478"/>
        <pc:sldMkLst>
          <pc:docMk/>
          <pc:sldMk cId="0" sldId="274"/>
        </pc:sldMkLst>
        <pc:spChg chg="add mod">
          <ac:chgData name="Charlie Lake" userId="3a5ac82f5fef6580" providerId="LiveId" clId="{58E5FC8F-3079-4F43-9523-A3A73DC69AD6}" dt="2026-04-02T22:18:47.914" v="2557"/>
          <ac:spMkLst>
            <pc:docMk/>
            <pc:sldMk cId="0" sldId="274"/>
            <ac:spMk id="8" creationId="{F2AF4421-5847-1BB6-C158-255845A77E7D}"/>
          </ac:spMkLst>
        </pc:spChg>
        <pc:spChg chg="mod">
          <ac:chgData name="Charlie Lake" userId="3a5ac82f5fef6580" providerId="LiveId" clId="{58E5FC8F-3079-4F43-9523-A3A73DC69AD6}" dt="2026-04-02T22:16:40.515" v="2491" actId="20577"/>
          <ac:spMkLst>
            <pc:docMk/>
            <pc:sldMk cId="0" sldId="274"/>
            <ac:spMk id="12" creationId="{4A3ACEDC-48C4-6562-1C63-91702C14900C}"/>
          </ac:spMkLst>
        </pc:spChg>
        <pc:picChg chg="add">
          <ac:chgData name="Charlie Lake" userId="3a5ac82f5fef6580" providerId="LiveId" clId="{58E5FC8F-3079-4F43-9523-A3A73DC69AD6}" dt="2026-04-02T22:17:31.553" v="2540" actId="22"/>
          <ac:picMkLst>
            <pc:docMk/>
            <pc:sldMk cId="0" sldId="274"/>
            <ac:picMk id="5" creationId="{9FCD7B14-45ED-5A86-D95A-8DF9850A7EFE}"/>
          </ac:picMkLst>
        </pc:picChg>
      </pc:sldChg>
      <pc:sldChg chg="addSp delSp modSp mod modClrScheme chgLayout">
        <pc:chgData name="Charlie Lake" userId="3a5ac82f5fef6580" providerId="LiveId" clId="{58E5FC8F-3079-4F43-9523-A3A73DC69AD6}" dt="2026-04-05T21:14:32.665" v="2748" actId="20577"/>
        <pc:sldMkLst>
          <pc:docMk/>
          <pc:sldMk cId="828853410" sldId="316"/>
        </pc:sldMkLst>
        <pc:spChg chg="mod ord">
          <ac:chgData name="Charlie Lake" userId="3a5ac82f5fef6580" providerId="LiveId" clId="{58E5FC8F-3079-4F43-9523-A3A73DC69AD6}" dt="2026-04-05T21:14:32.665" v="2748" actId="20577"/>
          <ac:spMkLst>
            <pc:docMk/>
            <pc:sldMk cId="828853410" sldId="316"/>
            <ac:spMk id="6" creationId="{543E4B0E-317B-E722-D4D2-0EAE26C33737}"/>
          </ac:spMkLst>
        </pc:spChg>
        <pc:spChg chg="mod ord">
          <ac:chgData name="Charlie Lake" userId="3a5ac82f5fef6580" providerId="LiveId" clId="{58E5FC8F-3079-4F43-9523-A3A73DC69AD6}" dt="2026-04-02T22:07:45.380" v="2387" actId="20577"/>
          <ac:spMkLst>
            <pc:docMk/>
            <pc:sldMk cId="828853410" sldId="316"/>
            <ac:spMk id="308" creationId="{00000000-0000-0000-0000-000000000000}"/>
          </ac:spMkLst>
        </pc:spChg>
        <pc:picChg chg="add mod">
          <ac:chgData name="Charlie Lake" userId="3a5ac82f5fef6580" providerId="LiveId" clId="{58E5FC8F-3079-4F43-9523-A3A73DC69AD6}" dt="2026-04-02T22:09:23.816" v="2416" actId="1076"/>
          <ac:picMkLst>
            <pc:docMk/>
            <pc:sldMk cId="828853410" sldId="316"/>
            <ac:picMk id="5" creationId="{2F501583-FDB7-ED22-D1E7-FBDB72A47FD9}"/>
          </ac:picMkLst>
        </pc:picChg>
      </pc:sldChg>
      <pc:sldChg chg="delSp modSp mod">
        <pc:chgData name="Charlie Lake" userId="3a5ac82f5fef6580" providerId="LiveId" clId="{58E5FC8F-3079-4F43-9523-A3A73DC69AD6}" dt="2026-04-02T21:52:06.697" v="1960" actId="20577"/>
        <pc:sldMkLst>
          <pc:docMk/>
          <pc:sldMk cId="4029090633" sldId="357"/>
        </pc:sldMkLst>
        <pc:spChg chg="mod">
          <ac:chgData name="Charlie Lake" userId="3a5ac82f5fef6580" providerId="LiveId" clId="{58E5FC8F-3079-4F43-9523-A3A73DC69AD6}" dt="2026-04-02T21:52:06.697" v="1960" actId="20577"/>
          <ac:spMkLst>
            <pc:docMk/>
            <pc:sldMk cId="4029090633" sldId="357"/>
            <ac:spMk id="3" creationId="{4C4689D5-5BB6-611C-4FD8-B0120BFC1ACB}"/>
          </ac:spMkLst>
        </pc:spChg>
      </pc:sldChg>
      <pc:sldChg chg="addSp delSp modSp mod">
        <pc:chgData name="Charlie Lake" userId="3a5ac82f5fef6580" providerId="LiveId" clId="{58E5FC8F-3079-4F43-9523-A3A73DC69AD6}" dt="2026-04-05T21:03:21.860" v="2680"/>
        <pc:sldMkLst>
          <pc:docMk/>
          <pc:sldMk cId="1209479854" sldId="374"/>
        </pc:sldMkLst>
        <pc:spChg chg="add mod ord">
          <ac:chgData name="Charlie Lake" userId="3a5ac82f5fef6580" providerId="LiveId" clId="{58E5FC8F-3079-4F43-9523-A3A73DC69AD6}" dt="2026-04-02T22:02:06.590" v="2234" actId="167"/>
          <ac:spMkLst>
            <pc:docMk/>
            <pc:sldMk cId="1209479854" sldId="374"/>
            <ac:spMk id="4" creationId="{FFBC2D43-7984-5A5D-CBF1-848ACD65D2B9}"/>
          </ac:spMkLst>
        </pc:spChg>
        <pc:spChg chg="mod">
          <ac:chgData name="Charlie Lake" userId="3a5ac82f5fef6580" providerId="LiveId" clId="{58E5FC8F-3079-4F43-9523-A3A73DC69AD6}" dt="2026-04-02T22:02:12.509" v="2259" actId="20577"/>
          <ac:spMkLst>
            <pc:docMk/>
            <pc:sldMk cId="1209479854" sldId="374"/>
            <ac:spMk id="10" creationId="{B2647CC8-0001-6B45-731B-4341D01339A2}"/>
          </ac:spMkLst>
        </pc:spChg>
        <pc:picChg chg="add mod">
          <ac:chgData name="Charlie Lake" userId="3a5ac82f5fef6580" providerId="LiveId" clId="{58E5FC8F-3079-4F43-9523-A3A73DC69AD6}" dt="2026-04-05T21:03:21.860" v="2680"/>
          <ac:picMkLst>
            <pc:docMk/>
            <pc:sldMk cId="1209479854" sldId="374"/>
            <ac:picMk id="11" creationId="{517400C8-6701-FAAE-41C9-2415A7853F52}"/>
          </ac:picMkLst>
        </pc:picChg>
      </pc:sldChg>
      <pc:sldChg chg="addSp delSp modSp mod">
        <pc:chgData name="Charlie Lake" userId="3a5ac82f5fef6580" providerId="LiveId" clId="{58E5FC8F-3079-4F43-9523-A3A73DC69AD6}" dt="2026-04-05T21:35:19.882" v="2759" actId="1076"/>
        <pc:sldMkLst>
          <pc:docMk/>
          <pc:sldMk cId="2370620834" sldId="386"/>
        </pc:sldMkLst>
        <pc:picChg chg="add mod">
          <ac:chgData name="Charlie Lake" userId="3a5ac82f5fef6580" providerId="LiveId" clId="{58E5FC8F-3079-4F43-9523-A3A73DC69AD6}" dt="2026-04-05T21:35:19.882" v="2759" actId="1076"/>
          <ac:picMkLst>
            <pc:docMk/>
            <pc:sldMk cId="2370620834" sldId="386"/>
            <ac:picMk id="6" creationId="{F2036EA4-3518-78CF-264D-6624EDE40E11}"/>
          </ac:picMkLst>
        </pc:picChg>
      </pc:sldChg>
      <pc:sldChg chg="addSp delSp modSp add mod">
        <pc:chgData name="Charlie Lake" userId="3a5ac82f5fef6580" providerId="LiveId" clId="{58E5FC8F-3079-4F43-9523-A3A73DC69AD6}" dt="2026-04-02T22:23:58.099" v="2632" actId="14100"/>
        <pc:sldMkLst>
          <pc:docMk/>
          <pc:sldMk cId="2544408675" sldId="403"/>
        </pc:sldMkLst>
        <pc:picChg chg="add mod">
          <ac:chgData name="Charlie Lake" userId="3a5ac82f5fef6580" providerId="LiveId" clId="{58E5FC8F-3079-4F43-9523-A3A73DC69AD6}" dt="2026-04-02T22:23:32.437" v="2625" actId="1076"/>
          <ac:picMkLst>
            <pc:docMk/>
            <pc:sldMk cId="2544408675" sldId="403"/>
            <ac:picMk id="6" creationId="{B9CDFA3A-01F3-CBF1-455F-E983C6F19951}"/>
          </ac:picMkLst>
        </pc:picChg>
        <pc:picChg chg="add mod">
          <ac:chgData name="Charlie Lake" userId="3a5ac82f5fef6580" providerId="LiveId" clId="{58E5FC8F-3079-4F43-9523-A3A73DC69AD6}" dt="2026-04-02T22:23:58.099" v="2632" actId="14100"/>
          <ac:picMkLst>
            <pc:docMk/>
            <pc:sldMk cId="2544408675" sldId="403"/>
            <ac:picMk id="8" creationId="{70F52FCB-E148-4F09-8E79-3DAE7DEF0EDE}"/>
          </ac:picMkLst>
        </pc:picChg>
        <pc:picChg chg="add mod">
          <ac:chgData name="Charlie Lake" userId="3a5ac82f5fef6580" providerId="LiveId" clId="{58E5FC8F-3079-4F43-9523-A3A73DC69AD6}" dt="2026-04-02T22:23:54.758" v="2631" actId="1076"/>
          <ac:picMkLst>
            <pc:docMk/>
            <pc:sldMk cId="2544408675" sldId="403"/>
            <ac:picMk id="10" creationId="{A1951125-2B45-0A87-AD48-2063DD330C31}"/>
          </ac:picMkLst>
        </pc:picChg>
      </pc:sldChg>
      <pc:sldChg chg="addSp delSp modSp add mod">
        <pc:chgData name="Charlie Lake" userId="3a5ac82f5fef6580" providerId="LiveId" clId="{58E5FC8F-3079-4F43-9523-A3A73DC69AD6}" dt="2026-04-05T21:03:15.888" v="2676"/>
        <pc:sldMkLst>
          <pc:docMk/>
          <pc:sldMk cId="2394504161" sldId="407"/>
        </pc:sldMkLst>
        <pc:spChg chg="mod">
          <ac:chgData name="Charlie Lake" userId="3a5ac82f5fef6580" providerId="LiveId" clId="{58E5FC8F-3079-4F43-9523-A3A73DC69AD6}" dt="2026-04-02T22:02:00.509" v="2233" actId="20577"/>
          <ac:spMkLst>
            <pc:docMk/>
            <pc:sldMk cId="2394504161" sldId="407"/>
            <ac:spMk id="8" creationId="{F42B83E5-E6CC-8F67-6D96-2E8B6E90AA3C}"/>
          </ac:spMkLst>
        </pc:spChg>
        <pc:picChg chg="add mod">
          <ac:chgData name="Charlie Lake" userId="3a5ac82f5fef6580" providerId="LiveId" clId="{58E5FC8F-3079-4F43-9523-A3A73DC69AD6}" dt="2026-04-05T21:03:15.888" v="2676"/>
          <ac:picMkLst>
            <pc:docMk/>
            <pc:sldMk cId="2394504161" sldId="407"/>
            <ac:picMk id="4" creationId="{FC2AA1ED-ABEC-A2D6-2E2B-DF21B3C1A75F}"/>
          </ac:picMkLst>
        </pc:picChg>
      </pc:sldChg>
      <pc:sldChg chg="addSp delSp modSp add mod">
        <pc:chgData name="Charlie Lake" userId="3a5ac82f5fef6580" providerId="LiveId" clId="{58E5FC8F-3079-4F43-9523-A3A73DC69AD6}" dt="2026-04-02T22:07:02.292" v="2350" actId="478"/>
        <pc:sldMkLst>
          <pc:docMk/>
          <pc:sldMk cId="687396322" sldId="408"/>
        </pc:sldMkLst>
        <pc:spChg chg="add mod ord">
          <ac:chgData name="Charlie Lake" userId="3a5ac82f5fef6580" providerId="LiveId" clId="{58E5FC8F-3079-4F43-9523-A3A73DC69AD6}" dt="2026-04-02T22:02:16.658" v="2260" actId="167"/>
          <ac:spMkLst>
            <pc:docMk/>
            <pc:sldMk cId="687396322" sldId="408"/>
            <ac:spMk id="4" creationId="{CFB60EC0-1927-93EE-C386-DE858577DBC5}"/>
          </ac:spMkLst>
        </pc:spChg>
        <pc:spChg chg="mod">
          <ac:chgData name="Charlie Lake" userId="3a5ac82f5fef6580" providerId="LiveId" clId="{58E5FC8F-3079-4F43-9523-A3A73DC69AD6}" dt="2026-04-02T22:02:23.729" v="2286" actId="20577"/>
          <ac:spMkLst>
            <pc:docMk/>
            <pc:sldMk cId="687396322" sldId="408"/>
            <ac:spMk id="10" creationId="{AFD6484E-D33A-E457-631D-DF46291872A6}"/>
          </ac:spMkLst>
        </pc:spChg>
        <pc:picChg chg="add mod">
          <ac:chgData name="Charlie Lake" userId="3a5ac82f5fef6580" providerId="LiveId" clId="{58E5FC8F-3079-4F43-9523-A3A73DC69AD6}" dt="2026-04-02T22:06:51.934" v="2344" actId="1076"/>
          <ac:picMkLst>
            <pc:docMk/>
            <pc:sldMk cId="687396322" sldId="408"/>
            <ac:picMk id="5" creationId="{E32D57AF-2F22-4446-5924-427F8C37FFB9}"/>
          </ac:picMkLst>
        </pc:picChg>
      </pc:sldChg>
      <pc:sldChg chg="addSp modSp add mod">
        <pc:chgData name="Charlie Lake" userId="3a5ac82f5fef6580" providerId="LiveId" clId="{58E5FC8F-3079-4F43-9523-A3A73DC69AD6}" dt="2026-04-02T22:03:29.975" v="2298" actId="1076"/>
        <pc:sldMkLst>
          <pc:docMk/>
          <pc:sldMk cId="1832347070" sldId="423"/>
        </pc:sldMkLst>
        <pc:picChg chg="add mod">
          <ac:chgData name="Charlie Lake" userId="3a5ac82f5fef6580" providerId="LiveId" clId="{58E5FC8F-3079-4F43-9523-A3A73DC69AD6}" dt="2026-04-02T22:03:29.975" v="2298" actId="1076"/>
          <ac:picMkLst>
            <pc:docMk/>
            <pc:sldMk cId="1832347070" sldId="423"/>
            <ac:picMk id="5" creationId="{250D65D0-55DB-581D-8E67-442EF2CED37C}"/>
          </ac:picMkLst>
        </pc:picChg>
      </pc:sldChg>
      <pc:sldChg chg="addSp delSp modSp add mod">
        <pc:chgData name="Charlie Lake" userId="3a5ac82f5fef6580" providerId="LiveId" clId="{58E5FC8F-3079-4F43-9523-A3A73DC69AD6}" dt="2026-04-05T21:01:50.334" v="2653"/>
        <pc:sldMkLst>
          <pc:docMk/>
          <pc:sldMk cId="2204075883" sldId="424"/>
        </pc:sldMkLst>
        <pc:picChg chg="add mod">
          <ac:chgData name="Charlie Lake" userId="3a5ac82f5fef6580" providerId="LiveId" clId="{58E5FC8F-3079-4F43-9523-A3A73DC69AD6}" dt="2026-04-05T21:01:50.334" v="2653"/>
          <ac:picMkLst>
            <pc:docMk/>
            <pc:sldMk cId="2204075883" sldId="424"/>
            <ac:picMk id="3" creationId="{B3DE0910-0DE6-4A0C-1F86-3A4F3C9E91FC}"/>
          </ac:picMkLst>
        </pc:picChg>
        <pc:picChg chg="add mod">
          <ac:chgData name="Charlie Lake" userId="3a5ac82f5fef6580" providerId="LiveId" clId="{58E5FC8F-3079-4F43-9523-A3A73DC69AD6}" dt="2026-04-05T21:01:50.334" v="2653"/>
          <ac:picMkLst>
            <pc:docMk/>
            <pc:sldMk cId="2204075883" sldId="424"/>
            <ac:picMk id="4" creationId="{2C53E346-7CF3-2E70-04DD-5C865A30FEB8}"/>
          </ac:picMkLst>
        </pc:picChg>
      </pc:sldChg>
      <pc:sldChg chg="addSp delSp modSp add mod">
        <pc:chgData name="Charlie Lake" userId="3a5ac82f5fef6580" providerId="LiveId" clId="{58E5FC8F-3079-4F43-9523-A3A73DC69AD6}" dt="2026-04-05T21:03:18.813" v="2678"/>
        <pc:sldMkLst>
          <pc:docMk/>
          <pc:sldMk cId="1443442047" sldId="425"/>
        </pc:sldMkLst>
        <pc:picChg chg="add mod">
          <ac:chgData name="Charlie Lake" userId="3a5ac82f5fef6580" providerId="LiveId" clId="{58E5FC8F-3079-4F43-9523-A3A73DC69AD6}" dt="2026-04-05T21:03:18.813" v="2678"/>
          <ac:picMkLst>
            <pc:docMk/>
            <pc:sldMk cId="1443442047" sldId="425"/>
            <ac:picMk id="6" creationId="{336159C7-C5B2-F7BC-1481-0448F5E1647C}"/>
          </ac:picMkLst>
        </pc:picChg>
        <pc:picChg chg="add mod">
          <ac:chgData name="Charlie Lake" userId="3a5ac82f5fef6580" providerId="LiveId" clId="{58E5FC8F-3079-4F43-9523-A3A73DC69AD6}" dt="2026-04-05T21:03:18.813" v="2678"/>
          <ac:picMkLst>
            <pc:docMk/>
            <pc:sldMk cId="1443442047" sldId="425"/>
            <ac:picMk id="9" creationId="{754CAB87-99A4-921E-6610-B1280B0B29D8}"/>
          </ac:picMkLst>
        </pc:picChg>
      </pc:sldChg>
      <pc:sldChg chg="addSp delSp modSp add mod">
        <pc:chgData name="Charlie Lake" userId="3a5ac82f5fef6580" providerId="LiveId" clId="{58E5FC8F-3079-4F43-9523-A3A73DC69AD6}" dt="2026-04-05T21:03:31.594" v="2685" actId="1076"/>
        <pc:sldMkLst>
          <pc:docMk/>
          <pc:sldMk cId="109746309" sldId="427"/>
        </pc:sldMkLst>
        <pc:picChg chg="add mod">
          <ac:chgData name="Charlie Lake" userId="3a5ac82f5fef6580" providerId="LiveId" clId="{58E5FC8F-3079-4F43-9523-A3A73DC69AD6}" dt="2026-04-05T21:03:22.686" v="2681"/>
          <ac:picMkLst>
            <pc:docMk/>
            <pc:sldMk cId="109746309" sldId="427"/>
            <ac:picMk id="8" creationId="{358DE057-5704-0CAD-7808-BE86564F7A12}"/>
          </ac:picMkLst>
        </pc:picChg>
        <pc:picChg chg="add mod">
          <ac:chgData name="Charlie Lake" userId="3a5ac82f5fef6580" providerId="LiveId" clId="{58E5FC8F-3079-4F43-9523-A3A73DC69AD6}" dt="2026-04-05T21:03:31.594" v="2685" actId="1076"/>
          <ac:picMkLst>
            <pc:docMk/>
            <pc:sldMk cId="109746309" sldId="427"/>
            <ac:picMk id="11" creationId="{7C1D1915-B71C-B76C-B5CE-D9D549823182}"/>
          </ac:picMkLst>
        </pc:picChg>
      </pc:sldChg>
      <pc:sldChg chg="add">
        <pc:chgData name="Charlie Lake" userId="3a5ac82f5fef6580" providerId="LiveId" clId="{58E5FC8F-3079-4F43-9523-A3A73DC69AD6}" dt="2026-04-02T22:07:00.251" v="2349"/>
        <pc:sldMkLst>
          <pc:docMk/>
          <pc:sldMk cId="2551607652" sldId="428"/>
        </pc:sldMkLst>
      </pc:sldChg>
      <pc:sldChg chg="addSp delSp modSp add mod">
        <pc:chgData name="Charlie Lake" userId="3a5ac82f5fef6580" providerId="LiveId" clId="{58E5FC8F-3079-4F43-9523-A3A73DC69AD6}" dt="2026-04-05T21:04:00.102" v="2689"/>
        <pc:sldMkLst>
          <pc:docMk/>
          <pc:sldMk cId="943435603" sldId="429"/>
        </pc:sldMkLst>
        <pc:spChg chg="mod">
          <ac:chgData name="Charlie Lake" userId="3a5ac82f5fef6580" providerId="LiveId" clId="{58E5FC8F-3079-4F43-9523-A3A73DC69AD6}" dt="2026-04-02T22:08:04.300" v="2395" actId="20577"/>
          <ac:spMkLst>
            <pc:docMk/>
            <pc:sldMk cId="943435603" sldId="429"/>
            <ac:spMk id="308" creationId="{F35DEA39-A728-BB7B-6050-6491DB73DB11}"/>
          </ac:spMkLst>
        </pc:spChg>
        <pc:picChg chg="add mod">
          <ac:chgData name="Charlie Lake" userId="3a5ac82f5fef6580" providerId="LiveId" clId="{58E5FC8F-3079-4F43-9523-A3A73DC69AD6}" dt="2026-04-05T21:04:00.102" v="2689"/>
          <ac:picMkLst>
            <pc:docMk/>
            <pc:sldMk cId="943435603" sldId="429"/>
            <ac:picMk id="2" creationId="{E9B3188D-4979-D8AA-F7E2-792A85E1A178}"/>
          </ac:picMkLst>
        </pc:picChg>
        <pc:picChg chg="add mod">
          <ac:chgData name="Charlie Lake" userId="3a5ac82f5fef6580" providerId="LiveId" clId="{58E5FC8F-3079-4F43-9523-A3A73DC69AD6}" dt="2026-04-05T21:04:00.102" v="2689"/>
          <ac:picMkLst>
            <pc:docMk/>
            <pc:sldMk cId="943435603" sldId="429"/>
            <ac:picMk id="5" creationId="{25813119-26D0-8771-0FBD-8779A6D54D5A}"/>
          </ac:picMkLst>
        </pc:picChg>
      </pc:sldChg>
      <pc:sldChg chg="addSp delSp modSp add mod">
        <pc:chgData name="Charlie Lake" userId="3a5ac82f5fef6580" providerId="LiveId" clId="{58E5FC8F-3079-4F43-9523-A3A73DC69AD6}" dt="2026-04-05T21:04:32.705" v="2697" actId="1076"/>
        <pc:sldMkLst>
          <pc:docMk/>
          <pc:sldMk cId="92026672" sldId="430"/>
        </pc:sldMkLst>
        <pc:spChg chg="mod">
          <ac:chgData name="Charlie Lake" userId="3a5ac82f5fef6580" providerId="LiveId" clId="{58E5FC8F-3079-4F43-9523-A3A73DC69AD6}" dt="2026-04-02T22:08:06.741" v="2398" actId="20577"/>
          <ac:spMkLst>
            <pc:docMk/>
            <pc:sldMk cId="92026672" sldId="430"/>
            <ac:spMk id="308" creationId="{36151228-B918-8F55-3487-701A1B6FE007}"/>
          </ac:spMkLst>
        </pc:spChg>
        <pc:picChg chg="add mod">
          <ac:chgData name="Charlie Lake" userId="3a5ac82f5fef6580" providerId="LiveId" clId="{58E5FC8F-3079-4F43-9523-A3A73DC69AD6}" dt="2026-04-05T21:04:31.476" v="2696" actId="1076"/>
          <ac:picMkLst>
            <pc:docMk/>
            <pc:sldMk cId="92026672" sldId="430"/>
            <ac:picMk id="5" creationId="{529AABC4-3E8F-1C89-EEE6-BC1E32D9F538}"/>
          </ac:picMkLst>
        </pc:picChg>
        <pc:picChg chg="add mod">
          <ac:chgData name="Charlie Lake" userId="3a5ac82f5fef6580" providerId="LiveId" clId="{58E5FC8F-3079-4F43-9523-A3A73DC69AD6}" dt="2026-04-05T21:04:32.705" v="2697" actId="1076"/>
          <ac:picMkLst>
            <pc:docMk/>
            <pc:sldMk cId="92026672" sldId="430"/>
            <ac:picMk id="9" creationId="{5E8971A4-9D36-AFF9-9CFC-10596DF8FF85}"/>
          </ac:picMkLst>
        </pc:picChg>
      </pc:sldChg>
      <pc:sldChg chg="addSp delSp modSp add mod">
        <pc:chgData name="Charlie Lake" userId="3a5ac82f5fef6580" providerId="LiveId" clId="{58E5FC8F-3079-4F43-9523-A3A73DC69AD6}" dt="2026-04-02T22:13:54.778" v="2474" actId="478"/>
        <pc:sldMkLst>
          <pc:docMk/>
          <pc:sldMk cId="1963725584" sldId="431"/>
        </pc:sldMkLst>
        <pc:spChg chg="mod">
          <ac:chgData name="Charlie Lake" userId="3a5ac82f5fef6580" providerId="LiveId" clId="{58E5FC8F-3079-4F43-9523-A3A73DC69AD6}" dt="2026-04-02T22:08:08.904" v="2402" actId="20577"/>
          <ac:spMkLst>
            <pc:docMk/>
            <pc:sldMk cId="1963725584" sldId="431"/>
            <ac:spMk id="308" creationId="{EDC105F9-2284-69EA-27A3-C778B8B27603}"/>
          </ac:spMkLst>
        </pc:spChg>
        <pc:picChg chg="add mod">
          <ac:chgData name="Charlie Lake" userId="3a5ac82f5fef6580" providerId="LiveId" clId="{58E5FC8F-3079-4F43-9523-A3A73DC69AD6}" dt="2026-04-02T22:13:48.764" v="2471" actId="1076"/>
          <ac:picMkLst>
            <pc:docMk/>
            <pc:sldMk cId="1963725584" sldId="431"/>
            <ac:picMk id="4" creationId="{8E281675-4C8C-86FF-A2C2-0512B76FECFE}"/>
          </ac:picMkLst>
        </pc:picChg>
        <pc:picChg chg="add mod">
          <ac:chgData name="Charlie Lake" userId="3a5ac82f5fef6580" providerId="LiveId" clId="{58E5FC8F-3079-4F43-9523-A3A73DC69AD6}" dt="2026-04-02T22:13:49.751" v="2472" actId="1076"/>
          <ac:picMkLst>
            <pc:docMk/>
            <pc:sldMk cId="1963725584" sldId="431"/>
            <ac:picMk id="9" creationId="{747DED10-4E05-C512-6EB6-7DD1171BA08F}"/>
          </ac:picMkLst>
        </pc:picChg>
      </pc:sldChg>
      <pc:sldChg chg="modSp add del mod">
        <pc:chgData name="Charlie Lake" userId="3a5ac82f5fef6580" providerId="LiveId" clId="{58E5FC8F-3079-4F43-9523-A3A73DC69AD6}" dt="2026-04-05T21:14:29.304" v="2741" actId="20577"/>
        <pc:sldMkLst>
          <pc:docMk/>
          <pc:sldMk cId="3816878792" sldId="432"/>
        </pc:sldMkLst>
        <pc:spChg chg="mod">
          <ac:chgData name="Charlie Lake" userId="3a5ac82f5fef6580" providerId="LiveId" clId="{58E5FC8F-3079-4F43-9523-A3A73DC69AD6}" dt="2026-04-05T21:14:29.304" v="2741" actId="20577"/>
          <ac:spMkLst>
            <pc:docMk/>
            <pc:sldMk cId="3816878792" sldId="432"/>
            <ac:spMk id="6" creationId="{10E10B8D-A02D-1C5E-4C54-D0B7133AC788}"/>
          </ac:spMkLst>
        </pc:spChg>
      </pc:sldChg>
      <pc:sldChg chg="delSp modSp add mod">
        <pc:chgData name="Charlie Lake" userId="3a5ac82f5fef6580" providerId="LiveId" clId="{58E5FC8F-3079-4F43-9523-A3A73DC69AD6}" dt="2026-04-02T22:10:36.980" v="2439" actId="478"/>
        <pc:sldMkLst>
          <pc:docMk/>
          <pc:sldMk cId="2790427056" sldId="433"/>
        </pc:sldMkLst>
      </pc:sldChg>
      <pc:sldChg chg="add">
        <pc:chgData name="Charlie Lake" userId="3a5ac82f5fef6580" providerId="LiveId" clId="{58E5FC8F-3079-4F43-9523-A3A73DC69AD6}" dt="2026-04-02T22:10:34.801" v="2438"/>
        <pc:sldMkLst>
          <pc:docMk/>
          <pc:sldMk cId="608071146" sldId="434"/>
        </pc:sldMkLst>
      </pc:sldChg>
      <pc:sldChg chg="addSp delSp modSp add mod">
        <pc:chgData name="Charlie Lake" userId="3a5ac82f5fef6580" providerId="LiveId" clId="{58E5FC8F-3079-4F43-9523-A3A73DC69AD6}" dt="2026-04-05T21:04:03.953" v="2691"/>
        <pc:sldMkLst>
          <pc:docMk/>
          <pc:sldMk cId="1248502424" sldId="435"/>
        </pc:sldMkLst>
        <pc:picChg chg="add mod">
          <ac:chgData name="Charlie Lake" userId="3a5ac82f5fef6580" providerId="LiveId" clId="{58E5FC8F-3079-4F43-9523-A3A73DC69AD6}" dt="2026-04-05T21:04:03.953" v="2691"/>
          <ac:picMkLst>
            <pc:docMk/>
            <pc:sldMk cId="1248502424" sldId="435"/>
            <ac:picMk id="2" creationId="{11DA54A4-A81D-E738-E387-C1BF37A4A4C9}"/>
          </ac:picMkLst>
        </pc:picChg>
        <pc:picChg chg="add mod">
          <ac:chgData name="Charlie Lake" userId="3a5ac82f5fef6580" providerId="LiveId" clId="{58E5FC8F-3079-4F43-9523-A3A73DC69AD6}" dt="2026-04-05T21:04:03.953" v="2691"/>
          <ac:picMkLst>
            <pc:docMk/>
            <pc:sldMk cId="1248502424" sldId="435"/>
            <ac:picMk id="5" creationId="{77C23293-6FBC-8010-5EBF-CA980F715361}"/>
          </ac:picMkLst>
        </pc:picChg>
        <pc:picChg chg="add mod">
          <ac:chgData name="Charlie Lake" userId="3a5ac82f5fef6580" providerId="LiveId" clId="{58E5FC8F-3079-4F43-9523-A3A73DC69AD6}" dt="2026-04-05T21:04:03.953" v="2691"/>
          <ac:picMkLst>
            <pc:docMk/>
            <pc:sldMk cId="1248502424" sldId="435"/>
            <ac:picMk id="8" creationId="{23DE61A3-59B5-CEA3-79C0-020CDDDCA52B}"/>
          </ac:picMkLst>
        </pc:picChg>
      </pc:sldChg>
      <pc:sldChg chg="addSp delSp modSp add mod">
        <pc:chgData name="Charlie Lake" userId="3a5ac82f5fef6580" providerId="LiveId" clId="{58E5FC8F-3079-4F43-9523-A3A73DC69AD6}" dt="2026-04-05T21:04:46.392" v="2702" actId="1076"/>
        <pc:sldMkLst>
          <pc:docMk/>
          <pc:sldMk cId="502856140" sldId="436"/>
        </pc:sldMkLst>
        <pc:picChg chg="add mod">
          <ac:chgData name="Charlie Lake" userId="3a5ac82f5fef6580" providerId="LiveId" clId="{58E5FC8F-3079-4F43-9523-A3A73DC69AD6}" dt="2026-04-05T21:04:36.011" v="2698"/>
          <ac:picMkLst>
            <pc:docMk/>
            <pc:sldMk cId="502856140" sldId="436"/>
            <ac:picMk id="2" creationId="{6F34B250-F9E8-274E-ADD6-FAC269E547BF}"/>
          </ac:picMkLst>
        </pc:picChg>
        <pc:picChg chg="add mod">
          <ac:chgData name="Charlie Lake" userId="3a5ac82f5fef6580" providerId="LiveId" clId="{58E5FC8F-3079-4F43-9523-A3A73DC69AD6}" dt="2026-04-05T21:04:36.011" v="2698"/>
          <ac:picMkLst>
            <pc:docMk/>
            <pc:sldMk cId="502856140" sldId="436"/>
            <ac:picMk id="5" creationId="{F5A8F66D-B0F1-C8F2-80A5-51D074F91CD2}"/>
          </ac:picMkLst>
        </pc:picChg>
        <pc:picChg chg="add mod">
          <ac:chgData name="Charlie Lake" userId="3a5ac82f5fef6580" providerId="LiveId" clId="{58E5FC8F-3079-4F43-9523-A3A73DC69AD6}" dt="2026-04-05T21:04:46.392" v="2702" actId="1076"/>
          <ac:picMkLst>
            <pc:docMk/>
            <pc:sldMk cId="502856140" sldId="436"/>
            <ac:picMk id="10" creationId="{25BE4433-BC35-0A3E-D9D6-1B8777607C7E}"/>
          </ac:picMkLst>
        </pc:picChg>
      </pc:sldChg>
      <pc:sldChg chg="add">
        <pc:chgData name="Charlie Lake" userId="3a5ac82f5fef6580" providerId="LiveId" clId="{58E5FC8F-3079-4F43-9523-A3A73DC69AD6}" dt="2026-04-02T22:13:52.473" v="2473"/>
        <pc:sldMkLst>
          <pc:docMk/>
          <pc:sldMk cId="312364353" sldId="437"/>
        </pc:sldMkLst>
      </pc:sldChg>
      <pc:sldChg chg="addSp delSp modSp add mod">
        <pc:chgData name="Charlie Lake" userId="3a5ac82f5fef6580" providerId="LiveId" clId="{58E5FC8F-3079-4F43-9523-A3A73DC69AD6}" dt="2026-04-05T21:05:08.600" v="2704" actId="22"/>
        <pc:sldMkLst>
          <pc:docMk/>
          <pc:sldMk cId="638824918" sldId="438"/>
        </pc:sldMkLst>
        <pc:spChg chg="add mod">
          <ac:chgData name="Charlie Lake" userId="3a5ac82f5fef6580" providerId="LiveId" clId="{58E5FC8F-3079-4F43-9523-A3A73DC69AD6}" dt="2026-04-02T22:19:04.748" v="2564"/>
          <ac:spMkLst>
            <pc:docMk/>
            <pc:sldMk cId="638824918" sldId="438"/>
            <ac:spMk id="9" creationId="{7116612A-7666-BD78-2DB6-FC8C1F0E4D9A}"/>
          </ac:spMkLst>
        </pc:spChg>
        <pc:spChg chg="mod">
          <ac:chgData name="Charlie Lake" userId="3a5ac82f5fef6580" providerId="LiveId" clId="{58E5FC8F-3079-4F43-9523-A3A73DC69AD6}" dt="2026-04-02T22:17:00.173" v="2514" actId="20577"/>
          <ac:spMkLst>
            <pc:docMk/>
            <pc:sldMk cId="638824918" sldId="438"/>
            <ac:spMk id="12" creationId="{4C33FFA8-27FA-FC4A-CF9D-800DDDDFDA6F}"/>
          </ac:spMkLst>
        </pc:spChg>
        <pc:picChg chg="add">
          <ac:chgData name="Charlie Lake" userId="3a5ac82f5fef6580" providerId="LiveId" clId="{58E5FC8F-3079-4F43-9523-A3A73DC69AD6}" dt="2026-04-05T21:05:08.600" v="2704" actId="22"/>
          <ac:picMkLst>
            <pc:docMk/>
            <pc:sldMk cId="638824918" sldId="438"/>
            <ac:picMk id="5" creationId="{F68CD31A-64D0-A663-4F17-A9BE6B62C5FA}"/>
          </ac:picMkLst>
        </pc:picChg>
      </pc:sldChg>
      <pc:sldChg chg="addSp delSp modSp add mod">
        <pc:chgData name="Charlie Lake" userId="3a5ac82f5fef6580" providerId="LiveId" clId="{58E5FC8F-3079-4F43-9523-A3A73DC69AD6}" dt="2026-04-02T22:26:44.661" v="2647" actId="478"/>
        <pc:sldMkLst>
          <pc:docMk/>
          <pc:sldMk cId="2835060056" sldId="439"/>
        </pc:sldMkLst>
        <pc:spChg chg="add mod">
          <ac:chgData name="Charlie Lake" userId="3a5ac82f5fef6580" providerId="LiveId" clId="{58E5FC8F-3079-4F43-9523-A3A73DC69AD6}" dt="2026-04-02T22:19:15.260" v="2570"/>
          <ac:spMkLst>
            <pc:docMk/>
            <pc:sldMk cId="2835060056" sldId="439"/>
            <ac:spMk id="7" creationId="{1CE0DFD5-05A0-578A-B7B5-F997CFA57DD2}"/>
          </ac:spMkLst>
        </pc:spChg>
        <pc:spChg chg="mod">
          <ac:chgData name="Charlie Lake" userId="3a5ac82f5fef6580" providerId="LiveId" clId="{58E5FC8F-3079-4F43-9523-A3A73DC69AD6}" dt="2026-04-02T22:17:03.696" v="2517" actId="20577"/>
          <ac:spMkLst>
            <pc:docMk/>
            <pc:sldMk cId="2835060056" sldId="439"/>
            <ac:spMk id="12" creationId="{1F6C3835-17D9-D2ED-D82D-9FDDFFADB8A5}"/>
          </ac:spMkLst>
        </pc:spChg>
        <pc:picChg chg="add mod">
          <ac:chgData name="Charlie Lake" userId="3a5ac82f5fef6580" providerId="LiveId" clId="{58E5FC8F-3079-4F43-9523-A3A73DC69AD6}" dt="2026-04-02T22:19:23.246" v="2574" actId="1076"/>
          <ac:picMkLst>
            <pc:docMk/>
            <pc:sldMk cId="2835060056" sldId="439"/>
            <ac:picMk id="4" creationId="{34D56890-6B75-839D-8922-3DB9A836ADE9}"/>
          </ac:picMkLst>
        </pc:picChg>
      </pc:sldChg>
      <pc:sldChg chg="addSp delSp modSp add mod">
        <pc:chgData name="Charlie Lake" userId="3a5ac82f5fef6580" providerId="LiveId" clId="{58E5FC8F-3079-4F43-9523-A3A73DC69AD6}" dt="2026-04-02T22:22:42.743" v="2614" actId="478"/>
        <pc:sldMkLst>
          <pc:docMk/>
          <pc:sldMk cId="1014121535" sldId="440"/>
        </pc:sldMkLst>
        <pc:spChg chg="add mod">
          <ac:chgData name="Charlie Lake" userId="3a5ac82f5fef6580" providerId="LiveId" clId="{58E5FC8F-3079-4F43-9523-A3A73DC69AD6}" dt="2026-04-02T22:19:20.493" v="2573"/>
          <ac:spMkLst>
            <pc:docMk/>
            <pc:sldMk cId="1014121535" sldId="440"/>
            <ac:spMk id="5" creationId="{68190EAD-A0CE-7C44-AE9E-58A40E03B160}"/>
          </ac:spMkLst>
        </pc:spChg>
        <pc:spChg chg="mod">
          <ac:chgData name="Charlie Lake" userId="3a5ac82f5fef6580" providerId="LiveId" clId="{58E5FC8F-3079-4F43-9523-A3A73DC69AD6}" dt="2026-04-02T22:17:08.133" v="2520" actId="20577"/>
          <ac:spMkLst>
            <pc:docMk/>
            <pc:sldMk cId="1014121535" sldId="440"/>
            <ac:spMk id="12" creationId="{343855DF-DCD1-5E31-7475-36CB41421946}"/>
          </ac:spMkLst>
        </pc:spChg>
        <pc:picChg chg="add mod">
          <ac:chgData name="Charlie Lake" userId="3a5ac82f5fef6580" providerId="LiveId" clId="{58E5FC8F-3079-4F43-9523-A3A73DC69AD6}" dt="2026-04-02T22:22:16.203" v="2605" actId="1076"/>
          <ac:picMkLst>
            <pc:docMk/>
            <pc:sldMk cId="1014121535" sldId="440"/>
            <ac:picMk id="7" creationId="{F9050E8E-9651-E44A-41CC-472F13E51322}"/>
          </ac:picMkLst>
        </pc:picChg>
      </pc:sldChg>
      <pc:sldChg chg="addSp delSp modSp add mod">
        <pc:chgData name="Charlie Lake" userId="3a5ac82f5fef6580" providerId="LiveId" clId="{58E5FC8F-3079-4F43-9523-A3A73DC69AD6}" dt="2026-04-02T22:21:07.038" v="2598" actId="1076"/>
        <pc:sldMkLst>
          <pc:docMk/>
          <pc:sldMk cId="4058363719" sldId="441"/>
        </pc:sldMkLst>
        <pc:spChg chg="add mod">
          <ac:chgData name="Charlie Lake" userId="3a5ac82f5fef6580" providerId="LiveId" clId="{58E5FC8F-3079-4F43-9523-A3A73DC69AD6}" dt="2026-04-02T22:20:05.253" v="2581"/>
          <ac:spMkLst>
            <pc:docMk/>
            <pc:sldMk cId="4058363719" sldId="441"/>
            <ac:spMk id="7" creationId="{2BD23579-7D39-85DB-63A1-B894FB758C8E}"/>
          </ac:spMkLst>
        </pc:spChg>
        <pc:spChg chg="mod">
          <ac:chgData name="Charlie Lake" userId="3a5ac82f5fef6580" providerId="LiveId" clId="{58E5FC8F-3079-4F43-9523-A3A73DC69AD6}" dt="2026-04-02T22:17:11.119" v="2524" actId="20577"/>
          <ac:spMkLst>
            <pc:docMk/>
            <pc:sldMk cId="4058363719" sldId="441"/>
            <ac:spMk id="12" creationId="{1C1C213D-FC39-50B4-5366-8FF81B786F56}"/>
          </ac:spMkLst>
        </pc:spChg>
        <pc:picChg chg="add mod">
          <ac:chgData name="Charlie Lake" userId="3a5ac82f5fef6580" providerId="LiveId" clId="{58E5FC8F-3079-4F43-9523-A3A73DC69AD6}" dt="2026-04-02T22:20:48.810" v="2589" actId="1076"/>
          <ac:picMkLst>
            <pc:docMk/>
            <pc:sldMk cId="4058363719" sldId="441"/>
            <ac:picMk id="9" creationId="{4295AEB6-6097-D05B-9D35-6FD5A30B7717}"/>
          </ac:picMkLst>
        </pc:picChg>
        <pc:picChg chg="add mod">
          <ac:chgData name="Charlie Lake" userId="3a5ac82f5fef6580" providerId="LiveId" clId="{58E5FC8F-3079-4F43-9523-A3A73DC69AD6}" dt="2026-04-02T22:21:05.756" v="2597" actId="14100"/>
          <ac:picMkLst>
            <pc:docMk/>
            <pc:sldMk cId="4058363719" sldId="441"/>
            <ac:picMk id="13" creationId="{1A775FB8-EBA0-F398-FCDE-0B10EBEFFF23}"/>
          </ac:picMkLst>
        </pc:picChg>
        <pc:picChg chg="add mod">
          <ac:chgData name="Charlie Lake" userId="3a5ac82f5fef6580" providerId="LiveId" clId="{58E5FC8F-3079-4F43-9523-A3A73DC69AD6}" dt="2026-04-02T22:21:07.038" v="2598" actId="1076"/>
          <ac:picMkLst>
            <pc:docMk/>
            <pc:sldMk cId="4058363719" sldId="441"/>
            <ac:picMk id="15" creationId="{D40A6A00-F50D-EE29-FCEF-7266A5464610}"/>
          </ac:picMkLst>
        </pc:picChg>
      </pc:sldChg>
      <pc:sldChg chg="addSp delSp modSp add mod">
        <pc:chgData name="Charlie Lake" userId="3a5ac82f5fef6580" providerId="LiveId" clId="{58E5FC8F-3079-4F43-9523-A3A73DC69AD6}" dt="2026-04-02T22:18:58.238" v="2561" actId="478"/>
        <pc:sldMkLst>
          <pc:docMk/>
          <pc:sldMk cId="3726860005" sldId="442"/>
        </pc:sldMkLst>
        <pc:spChg chg="add mod">
          <ac:chgData name="Charlie Lake" userId="3a5ac82f5fef6580" providerId="LiveId" clId="{58E5FC8F-3079-4F43-9523-A3A73DC69AD6}" dt="2026-04-02T22:18:56.473" v="2560"/>
          <ac:spMkLst>
            <pc:docMk/>
            <pc:sldMk cId="3726860005" sldId="442"/>
            <ac:spMk id="8" creationId="{29C51143-2FB2-91FF-ADC4-D758718D064F}"/>
          </ac:spMkLst>
        </pc:spChg>
        <pc:picChg chg="add mod">
          <ac:chgData name="Charlie Lake" userId="3a5ac82f5fef6580" providerId="LiveId" clId="{58E5FC8F-3079-4F43-9523-A3A73DC69AD6}" dt="2026-04-02T22:17:41.975" v="2543" actId="1076"/>
          <ac:picMkLst>
            <pc:docMk/>
            <pc:sldMk cId="3726860005" sldId="442"/>
            <ac:picMk id="4" creationId="{C6D5E1E9-46BE-B27E-FB44-0839A77D396F}"/>
          </ac:picMkLst>
        </pc:picChg>
      </pc:sldChg>
      <pc:sldChg chg="addSp delSp modSp add mod">
        <pc:chgData name="Charlie Lake" userId="3a5ac82f5fef6580" providerId="LiveId" clId="{58E5FC8F-3079-4F43-9523-A3A73DC69AD6}" dt="2026-04-05T21:05:24.342" v="2711" actId="1076"/>
        <pc:sldMkLst>
          <pc:docMk/>
          <pc:sldMk cId="2197367636" sldId="443"/>
        </pc:sldMkLst>
        <pc:spChg chg="add mod">
          <ac:chgData name="Charlie Lake" userId="3a5ac82f5fef6580" providerId="LiveId" clId="{58E5FC8F-3079-4F43-9523-A3A73DC69AD6}" dt="2026-04-02T22:19:10.414" v="2567"/>
          <ac:spMkLst>
            <pc:docMk/>
            <pc:sldMk cId="2197367636" sldId="443"/>
            <ac:spMk id="7" creationId="{C0BF7C00-77AF-063A-13EF-ADA44E39A7F3}"/>
          </ac:spMkLst>
        </pc:spChg>
        <pc:picChg chg="add mod">
          <ac:chgData name="Charlie Lake" userId="3a5ac82f5fef6580" providerId="LiveId" clId="{58E5FC8F-3079-4F43-9523-A3A73DC69AD6}" dt="2026-04-05T21:05:16.621" v="2707"/>
          <ac:picMkLst>
            <pc:docMk/>
            <pc:sldMk cId="2197367636" sldId="443"/>
            <ac:picMk id="2" creationId="{8A6AE2E6-3EC9-6C7D-E3A6-4688BF483A9F}"/>
          </ac:picMkLst>
        </pc:picChg>
        <pc:picChg chg="add mod">
          <ac:chgData name="Charlie Lake" userId="3a5ac82f5fef6580" providerId="LiveId" clId="{58E5FC8F-3079-4F43-9523-A3A73DC69AD6}" dt="2026-04-05T21:05:24.342" v="2711" actId="1076"/>
          <ac:picMkLst>
            <pc:docMk/>
            <pc:sldMk cId="2197367636" sldId="443"/>
            <ac:picMk id="8" creationId="{5C2054D9-67E3-ED08-BAE3-BBA58EFFE354}"/>
          </ac:picMkLst>
        </pc:picChg>
      </pc:sldChg>
      <pc:sldChg chg="addSp modSp add mod">
        <pc:chgData name="Charlie Lake" userId="3a5ac82f5fef6580" providerId="LiveId" clId="{58E5FC8F-3079-4F43-9523-A3A73DC69AD6}" dt="2026-04-02T22:21:23.519" v="2603" actId="1076"/>
        <pc:sldMkLst>
          <pc:docMk/>
          <pc:sldMk cId="318911362" sldId="444"/>
        </pc:sldMkLst>
        <pc:picChg chg="add mod">
          <ac:chgData name="Charlie Lake" userId="3a5ac82f5fef6580" providerId="LiveId" clId="{58E5FC8F-3079-4F43-9523-A3A73DC69AD6}" dt="2026-04-02T22:21:23.519" v="2603" actId="1076"/>
          <ac:picMkLst>
            <pc:docMk/>
            <pc:sldMk cId="318911362" sldId="444"/>
            <ac:picMk id="4" creationId="{99A5865C-EA01-E4BD-AA85-7379AC4ACB41}"/>
          </ac:picMkLst>
        </pc:picChg>
      </pc:sldChg>
      <pc:sldChg chg="add">
        <pc:chgData name="Charlie Lake" userId="3a5ac82f5fef6580" providerId="LiveId" clId="{58E5FC8F-3079-4F43-9523-A3A73DC69AD6}" dt="2026-04-02T22:22:40.939" v="2613"/>
        <pc:sldMkLst>
          <pc:docMk/>
          <pc:sldMk cId="3723524286" sldId="445"/>
        </pc:sldMkLst>
      </pc:sldChg>
      <pc:sldChg chg="add">
        <pc:chgData name="Charlie Lake" userId="3a5ac82f5fef6580" providerId="LiveId" clId="{58E5FC8F-3079-4F43-9523-A3A73DC69AD6}" dt="2026-04-02T22:26:42.819" v="2646"/>
        <pc:sldMkLst>
          <pc:docMk/>
          <pc:sldMk cId="744593882" sldId="446"/>
        </pc:sldMkLst>
      </pc:sldChg>
    </pc:docChg>
  </pc:docChgLst>
  <pc:docChgLst>
    <pc:chgData name="Rebecca Alcock" userId="fcc430e4-ca3d-4dc5-a31b-19580bf8d3bc" providerId="ADAL" clId="{6B73ED60-C891-490C-BB39-11F6FF357E20}"/>
    <pc:docChg chg="undo custSel addSld modSld">
      <pc:chgData name="Rebecca Alcock" userId="fcc430e4-ca3d-4dc5-a31b-19580bf8d3bc" providerId="ADAL" clId="{6B73ED60-C891-490C-BB39-11F6FF357E20}" dt="2026-04-07T21:01:07.268" v="819" actId="20577"/>
      <pc:docMkLst>
        <pc:docMk/>
      </pc:docMkLst>
      <pc:sldChg chg="modSp new mod modAnim">
        <pc:chgData name="Rebecca Alcock" userId="fcc430e4-ca3d-4dc5-a31b-19580bf8d3bc" providerId="ADAL" clId="{6B73ED60-C891-490C-BB39-11F6FF357E20}" dt="2026-04-07T20:46:15.942" v="228"/>
        <pc:sldMkLst>
          <pc:docMk/>
          <pc:sldMk cId="1499756906" sldId="447"/>
        </pc:sldMkLst>
        <pc:spChg chg="mod">
          <ac:chgData name="Rebecca Alcock" userId="fcc430e4-ca3d-4dc5-a31b-19580bf8d3bc" providerId="ADAL" clId="{6B73ED60-C891-490C-BB39-11F6FF357E20}" dt="2026-04-07T20:08:38.478" v="12" actId="20577"/>
          <ac:spMkLst>
            <pc:docMk/>
            <pc:sldMk cId="1499756906" sldId="447"/>
            <ac:spMk id="2" creationId="{10F15F67-B2DC-5724-9EAE-094E14A25931}"/>
          </ac:spMkLst>
        </pc:spChg>
        <pc:spChg chg="mod">
          <ac:chgData name="Rebecca Alcock" userId="fcc430e4-ca3d-4dc5-a31b-19580bf8d3bc" providerId="ADAL" clId="{6B73ED60-C891-490C-BB39-11F6FF357E20}" dt="2026-04-07T20:43:37.975" v="131" actId="20577"/>
          <ac:spMkLst>
            <pc:docMk/>
            <pc:sldMk cId="1499756906" sldId="447"/>
            <ac:spMk id="3" creationId="{22072591-A80C-6A77-F952-6A8596E7D7A5}"/>
          </ac:spMkLst>
        </pc:spChg>
        <pc:spChg chg="mod">
          <ac:chgData name="Rebecca Alcock" userId="fcc430e4-ca3d-4dc5-a31b-19580bf8d3bc" providerId="ADAL" clId="{6B73ED60-C891-490C-BB39-11F6FF357E20}" dt="2026-04-07T20:45:11.907" v="226" actId="20577"/>
          <ac:spMkLst>
            <pc:docMk/>
            <pc:sldMk cId="1499756906" sldId="447"/>
            <ac:spMk id="4" creationId="{875F603F-7E9E-1FBB-36F3-B9100934B83A}"/>
          </ac:spMkLst>
        </pc:spChg>
      </pc:sldChg>
      <pc:sldChg chg="modSp add mod">
        <pc:chgData name="Rebecca Alcock" userId="fcc430e4-ca3d-4dc5-a31b-19580bf8d3bc" providerId="ADAL" clId="{6B73ED60-C891-490C-BB39-11F6FF357E20}" dt="2026-04-07T20:51:22.949" v="392" actId="20577"/>
        <pc:sldMkLst>
          <pc:docMk/>
          <pc:sldMk cId="3459985076" sldId="448"/>
        </pc:sldMkLst>
        <pc:spChg chg="mod">
          <ac:chgData name="Rebecca Alcock" userId="fcc430e4-ca3d-4dc5-a31b-19580bf8d3bc" providerId="ADAL" clId="{6B73ED60-C891-490C-BB39-11F6FF357E20}" dt="2026-04-07T20:49:42.124" v="327" actId="20577"/>
          <ac:spMkLst>
            <pc:docMk/>
            <pc:sldMk cId="3459985076" sldId="448"/>
            <ac:spMk id="3" creationId="{0E17652B-4971-936C-3FC6-21B67F04FCDF}"/>
          </ac:spMkLst>
        </pc:spChg>
        <pc:spChg chg="mod">
          <ac:chgData name="Rebecca Alcock" userId="fcc430e4-ca3d-4dc5-a31b-19580bf8d3bc" providerId="ADAL" clId="{6B73ED60-C891-490C-BB39-11F6FF357E20}" dt="2026-04-07T20:51:22.949" v="392" actId="20577"/>
          <ac:spMkLst>
            <pc:docMk/>
            <pc:sldMk cId="3459985076" sldId="448"/>
            <ac:spMk id="4" creationId="{4CE3DEE1-1C46-34E5-2238-DBDAA892FD6D}"/>
          </ac:spMkLst>
        </pc:spChg>
      </pc:sldChg>
      <pc:sldChg chg="addSp delSp modSp add mod">
        <pc:chgData name="Rebecca Alcock" userId="fcc430e4-ca3d-4dc5-a31b-19580bf8d3bc" providerId="ADAL" clId="{6B73ED60-C891-490C-BB39-11F6FF357E20}" dt="2026-04-07T20:55:16.629" v="447" actId="478"/>
        <pc:sldMkLst>
          <pc:docMk/>
          <pc:sldMk cId="15286123" sldId="449"/>
        </pc:sldMkLst>
        <pc:spChg chg="mod">
          <ac:chgData name="Rebecca Alcock" userId="fcc430e4-ca3d-4dc5-a31b-19580bf8d3bc" providerId="ADAL" clId="{6B73ED60-C891-490C-BB39-11F6FF357E20}" dt="2026-04-07T20:55:13.883" v="446" actId="20577"/>
          <ac:spMkLst>
            <pc:docMk/>
            <pc:sldMk cId="15286123" sldId="449"/>
            <ac:spMk id="2" creationId="{F06A9663-FA99-AC86-506B-4F2DB6056987}"/>
          </ac:spMkLst>
        </pc:spChg>
        <pc:spChg chg="del">
          <ac:chgData name="Rebecca Alcock" userId="fcc430e4-ca3d-4dc5-a31b-19580bf8d3bc" providerId="ADAL" clId="{6B73ED60-C891-490C-BB39-11F6FF357E20}" dt="2026-04-07T20:55:16.629" v="447" actId="478"/>
          <ac:spMkLst>
            <pc:docMk/>
            <pc:sldMk cId="15286123" sldId="449"/>
            <ac:spMk id="3" creationId="{4E998779-6BFC-8450-B721-B14209B3F9F8}"/>
          </ac:spMkLst>
        </pc:spChg>
        <pc:spChg chg="add mod">
          <ac:chgData name="Rebecca Alcock" userId="fcc430e4-ca3d-4dc5-a31b-19580bf8d3bc" providerId="ADAL" clId="{6B73ED60-C891-490C-BB39-11F6FF357E20}" dt="2026-04-07T20:55:16.629" v="447" actId="478"/>
          <ac:spMkLst>
            <pc:docMk/>
            <pc:sldMk cId="15286123" sldId="449"/>
            <ac:spMk id="6" creationId="{1D3E53BB-8267-AA0B-E7AA-1D61EB9F31BB}"/>
          </ac:spMkLst>
        </pc:spChg>
      </pc:sldChg>
      <pc:sldChg chg="modSp add mod">
        <pc:chgData name="Rebecca Alcock" userId="fcc430e4-ca3d-4dc5-a31b-19580bf8d3bc" providerId="ADAL" clId="{6B73ED60-C891-490C-BB39-11F6FF357E20}" dt="2026-04-07T20:55:21.500" v="448" actId="1076"/>
        <pc:sldMkLst>
          <pc:docMk/>
          <pc:sldMk cId="3648069472" sldId="548"/>
        </pc:sldMkLst>
        <pc:spChg chg="mod">
          <ac:chgData name="Rebecca Alcock" userId="fcc430e4-ca3d-4dc5-a31b-19580bf8d3bc" providerId="ADAL" clId="{6B73ED60-C891-490C-BB39-11F6FF357E20}" dt="2026-04-07T20:55:21.500" v="448" actId="1076"/>
          <ac:spMkLst>
            <pc:docMk/>
            <pc:sldMk cId="3648069472" sldId="548"/>
            <ac:spMk id="2" creationId="{DB7FAA8B-F3B4-7B44-B7CD-433A5271E962}"/>
          </ac:spMkLst>
        </pc:spChg>
      </pc:sldChg>
      <pc:sldChg chg="modSp add mod">
        <pc:chgData name="Rebecca Alcock" userId="fcc430e4-ca3d-4dc5-a31b-19580bf8d3bc" providerId="ADAL" clId="{6B73ED60-C891-490C-BB39-11F6FF357E20}" dt="2026-04-07T20:53:44.172" v="408" actId="20577"/>
        <pc:sldMkLst>
          <pc:docMk/>
          <pc:sldMk cId="3419144294" sldId="560"/>
        </pc:sldMkLst>
        <pc:spChg chg="mod">
          <ac:chgData name="Rebecca Alcock" userId="fcc430e4-ca3d-4dc5-a31b-19580bf8d3bc" providerId="ADAL" clId="{6B73ED60-C891-490C-BB39-11F6FF357E20}" dt="2026-04-07T20:53:44.172" v="408" actId="20577"/>
          <ac:spMkLst>
            <pc:docMk/>
            <pc:sldMk cId="3419144294" sldId="560"/>
            <ac:spMk id="2" creationId="{DB7FAA8B-F3B4-7B44-B7CD-433A5271E962}"/>
          </ac:spMkLst>
        </pc:spChg>
      </pc:sldChg>
      <pc:sldChg chg="modSp add mod">
        <pc:chgData name="Rebecca Alcock" userId="fcc430e4-ca3d-4dc5-a31b-19580bf8d3bc" providerId="ADAL" clId="{6B73ED60-C891-490C-BB39-11F6FF357E20}" dt="2026-04-07T20:53:48.850" v="412" actId="20577"/>
        <pc:sldMkLst>
          <pc:docMk/>
          <pc:sldMk cId="1063215253" sldId="561"/>
        </pc:sldMkLst>
        <pc:spChg chg="mod">
          <ac:chgData name="Rebecca Alcock" userId="fcc430e4-ca3d-4dc5-a31b-19580bf8d3bc" providerId="ADAL" clId="{6B73ED60-C891-490C-BB39-11F6FF357E20}" dt="2026-04-07T20:53:48.850" v="412" actId="20577"/>
          <ac:spMkLst>
            <pc:docMk/>
            <pc:sldMk cId="1063215253" sldId="561"/>
            <ac:spMk id="2" creationId="{DB7FAA8B-F3B4-7B44-B7CD-433A5271E962}"/>
          </ac:spMkLst>
        </pc:spChg>
      </pc:sldChg>
      <pc:sldChg chg="modSp add mod">
        <pc:chgData name="Rebecca Alcock" userId="fcc430e4-ca3d-4dc5-a31b-19580bf8d3bc" providerId="ADAL" clId="{6B73ED60-C891-490C-BB39-11F6FF357E20}" dt="2026-04-07T20:59:58.157" v="798" actId="20577"/>
        <pc:sldMkLst>
          <pc:docMk/>
          <pc:sldMk cId="3147116497" sldId="562"/>
        </pc:sldMkLst>
        <pc:spChg chg="mod">
          <ac:chgData name="Rebecca Alcock" userId="fcc430e4-ca3d-4dc5-a31b-19580bf8d3bc" providerId="ADAL" clId="{6B73ED60-C891-490C-BB39-11F6FF357E20}" dt="2026-04-07T20:58:26.837" v="639" actId="20577"/>
          <ac:spMkLst>
            <pc:docMk/>
            <pc:sldMk cId="3147116497" sldId="562"/>
            <ac:spMk id="2" creationId="{262B5749-5681-C952-5876-3FFAF497EA4B}"/>
          </ac:spMkLst>
        </pc:spChg>
        <pc:spChg chg="mod">
          <ac:chgData name="Rebecca Alcock" userId="fcc430e4-ca3d-4dc5-a31b-19580bf8d3bc" providerId="ADAL" clId="{6B73ED60-C891-490C-BB39-11F6FF357E20}" dt="2026-04-07T20:59:58.157" v="798" actId="20577"/>
          <ac:spMkLst>
            <pc:docMk/>
            <pc:sldMk cId="3147116497" sldId="562"/>
            <ac:spMk id="6" creationId="{CB47DB26-449F-ABEF-2518-55EF185C783C}"/>
          </ac:spMkLst>
        </pc:spChg>
      </pc:sldChg>
      <pc:sldChg chg="delSp modSp new mod">
        <pc:chgData name="Rebecca Alcock" userId="fcc430e4-ca3d-4dc5-a31b-19580bf8d3bc" providerId="ADAL" clId="{6B73ED60-C891-490C-BB39-11F6FF357E20}" dt="2026-04-07T21:01:07.268" v="819" actId="20577"/>
        <pc:sldMkLst>
          <pc:docMk/>
          <pc:sldMk cId="3342455736" sldId="563"/>
        </pc:sldMkLst>
        <pc:spChg chg="mod">
          <ac:chgData name="Rebecca Alcock" userId="fcc430e4-ca3d-4dc5-a31b-19580bf8d3bc" providerId="ADAL" clId="{6B73ED60-C891-490C-BB39-11F6FF357E20}" dt="2026-04-07T21:01:07.268" v="819" actId="20577"/>
          <ac:spMkLst>
            <pc:docMk/>
            <pc:sldMk cId="3342455736" sldId="563"/>
            <ac:spMk id="3" creationId="{E4F3FDC4-6B53-42D4-72F1-87CFFD9A0A2A}"/>
          </ac:spMkLst>
        </pc:spChg>
        <pc:spChg chg="del">
          <ac:chgData name="Rebecca Alcock" userId="fcc430e4-ca3d-4dc5-a31b-19580bf8d3bc" providerId="ADAL" clId="{6B73ED60-C891-490C-BB39-11F6FF357E20}" dt="2026-04-07T21:00:22.366" v="801" actId="478"/>
          <ac:spMkLst>
            <pc:docMk/>
            <pc:sldMk cId="3342455736" sldId="563"/>
            <ac:spMk id="4" creationId="{C17CB124-C704-FDF8-9237-479F42245E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25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127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DB0C1B73-5AB9-0FBE-948C-22C1C34D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>
            <a:extLst>
              <a:ext uri="{FF2B5EF4-FFF2-40B4-BE49-F238E27FC236}">
                <a16:creationId xmlns:a16="http://schemas.microsoft.com/office/drawing/2014/main" id="{CFB7D628-2639-3674-C31E-2BAF05955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>
            <a:extLst>
              <a:ext uri="{FF2B5EF4-FFF2-40B4-BE49-F238E27FC236}">
                <a16:creationId xmlns:a16="http://schemas.microsoft.com/office/drawing/2014/main" id="{3D306017-8FAC-99EE-61BB-0E78048C9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5429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99CB4920-FF23-2583-2AA9-032A4526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4DEFEEB2-79BC-12A4-356F-946B4FD7B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BCCFDF26-9801-AD53-3745-4E4725A6C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68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85FDF11A-E129-1488-8191-D7A16CAE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67ED19C7-95BF-1709-3824-A9DA2A1E4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7D1F9864-B248-56DD-3710-16C7A0E8B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509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02E1AD6-9B4B-DC9B-C957-01123E27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6F258BB5-10DF-C54B-C7B7-E8E0866BDB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8DC066A5-E40B-DB29-E85D-D3D7E3BCA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456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005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5BB7125A-046D-86F3-8749-DE28F38F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8A12B49F-9916-033D-74A2-BBBF265B4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ABBCBFA2-320B-43F4-144C-832EFEB6E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653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125FE8D3-7516-D6C3-664C-334F1D20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45E7B673-63DE-1249-56CC-FF2F89CEF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4D491373-2F88-F7C8-8803-582AF93A1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842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E0556786-ECAE-9730-448E-623DF0D8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>
            <a:extLst>
              <a:ext uri="{FF2B5EF4-FFF2-40B4-BE49-F238E27FC236}">
                <a16:creationId xmlns:a16="http://schemas.microsoft.com/office/drawing/2014/main" id="{1F275F13-A32F-20DB-1C46-6EF64FA7CD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>
            <a:extLst>
              <a:ext uri="{FF2B5EF4-FFF2-40B4-BE49-F238E27FC236}">
                <a16:creationId xmlns:a16="http://schemas.microsoft.com/office/drawing/2014/main" id="{2C093B2D-03EC-91D9-2F80-BD3FE1F9F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015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2667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E37F5E09-D846-0B20-A6E6-F7B5FADF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322E521B-C8A4-EC82-2FA2-441673789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87D44533-D101-19F3-3D89-6A65509F9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296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AD987E7E-ADF9-F401-B0AF-AA59A6A0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E51887C3-ADAE-75AA-A43A-DBA1F3335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005E9368-6AB8-8C64-B3CD-D4EC53B1C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5111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206D5ED5-1AEE-FF5E-1EF7-5A346A59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3D005E99-3235-EE89-DD5A-B8A88367E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7FD72F37-EDBE-2B29-9884-D0F110E11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895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87D79C1C-F2B6-132B-C0F8-D74680D4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7B7C370F-9CD4-8845-4D52-26950EB31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5837A7E0-5084-EC9D-E29F-FE91BB7AB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1254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3BF73A35-3256-505F-7020-BCA45CE3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D5B58471-181A-7163-AE07-A40A6D02D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197317C3-747C-5FCA-38BC-C282284B1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931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9CF7F439-9A8C-009D-7DBB-1335BA18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C0680138-B352-E733-0162-B53334346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E0D57394-28C7-8E3A-E351-DD0DF79A4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9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2788B99C-B511-C605-8787-8F43FF0C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298F9532-EB83-99D4-1D1C-46F97C8FC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60D4EEED-738B-9A99-B9BB-3FF01A5C6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1833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7444F8A8-095E-D708-A56E-7BDE75C9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A04DEC7D-C308-C76C-4792-3B4E713AA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CC475FCF-DD1C-0D6F-4B07-659C55CD4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2452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F8DAF9F5-1670-3FFA-9249-C4A29740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>
            <a:extLst>
              <a:ext uri="{FF2B5EF4-FFF2-40B4-BE49-F238E27FC236}">
                <a16:creationId xmlns:a16="http://schemas.microsoft.com/office/drawing/2014/main" id="{46ECA3DA-5818-C852-EC14-C5DB9BB16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>
            <a:extLst>
              <a:ext uri="{FF2B5EF4-FFF2-40B4-BE49-F238E27FC236}">
                <a16:creationId xmlns:a16="http://schemas.microsoft.com/office/drawing/2014/main" id="{E53A7F25-1CC7-DFA0-BE53-0E0C6CFD3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 to python notebook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8848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EA60AFEF-205C-24D7-D872-E10C9AC2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12EE50F2-ACA8-460C-4214-5A485B58E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F2622D42-6E6E-5915-404F-7972E5F9E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710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3B47C6F8-B4A4-B948-E142-698458DE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B642E7A8-E22F-AD40-2780-688005D6B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6DCDC00B-3471-18DF-566B-579A47A5D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727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6089D6B0-8B6A-9BC3-F58F-E2C0E879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9850B52C-EE6A-6B73-915B-C8B719EEF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98C93D96-A0C8-3C1D-AE00-0DD173A77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632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703A6C46-9634-2CDC-B33D-4A06BB17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9FCE49BE-7011-FC1A-8180-1CB10E268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6FA28FEF-EE5D-96B5-862B-ABFFD1BC0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848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1AAECDF2-7B04-C6ED-75B4-FCBE6FEC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D6CDFFB5-4D16-419F-527F-A409F5C97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114500CF-10B7-77C0-0AFE-BDA2E184A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45993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5C1911CA-9510-2842-3381-AE64682F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F7F127E7-696E-78AC-9813-489CF3C80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6ABD29C7-7661-6CBA-9CBB-0C2FA5537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1129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F5A2AC42-A796-C139-2AF7-18F1881C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CBD6D7B5-9D98-A64D-FDA5-812E877D9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DEA628A7-DF22-19D1-1FE4-2167C75D5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052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E9F2119B-B010-5CDA-5021-F958361B3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229FE94C-2A0A-A2C0-6B53-1C22945CC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BB41FDE1-1F33-85DF-AE96-A0446735E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6894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93C257E0-8EBA-7D08-72D6-2BE3078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>
            <a:extLst>
              <a:ext uri="{FF2B5EF4-FFF2-40B4-BE49-F238E27FC236}">
                <a16:creationId xmlns:a16="http://schemas.microsoft.com/office/drawing/2014/main" id="{7A780689-AF5E-C817-2034-FCB117798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>
            <a:extLst>
              <a:ext uri="{FF2B5EF4-FFF2-40B4-BE49-F238E27FC236}">
                <a16:creationId xmlns:a16="http://schemas.microsoft.com/office/drawing/2014/main" id="{FCE56BF5-A6E4-DE6C-6810-C0E6C17C0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9743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462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64AB67B4-484B-6BD8-D6A8-8ED4EFDD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>
            <a:extLst>
              <a:ext uri="{FF2B5EF4-FFF2-40B4-BE49-F238E27FC236}">
                <a16:creationId xmlns:a16="http://schemas.microsoft.com/office/drawing/2014/main" id="{D14010A9-D96D-E438-F318-870D537C5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>
            <a:extLst>
              <a:ext uri="{FF2B5EF4-FFF2-40B4-BE49-F238E27FC236}">
                <a16:creationId xmlns:a16="http://schemas.microsoft.com/office/drawing/2014/main" id="{91E38D78-8CF3-31D7-4AEE-E05EA44B4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99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0" name="Google Shape;120;p6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2"/>
          </p:nvPr>
        </p:nvSpPr>
        <p:spPr>
          <a:xfrm>
            <a:off x="4804636" y="1475825"/>
            <a:ext cx="3316800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➢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5" name="Google Shape;125;p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1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62660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876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2" r:id="rId10"/>
    <p:sldLayoutId id="2147483663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18" Type="http://schemas.openxmlformats.org/officeDocument/2006/relationships/slide" Target="slide41.xml"/><Relationship Id="rId3" Type="http://schemas.openxmlformats.org/officeDocument/2006/relationships/slide" Target="slide13.xml"/><Relationship Id="rId7" Type="http://schemas.openxmlformats.org/officeDocument/2006/relationships/slide" Target="slide25.xml"/><Relationship Id="rId12" Type="http://schemas.openxmlformats.org/officeDocument/2006/relationships/slide" Target="slide37.xml"/><Relationship Id="rId17" Type="http://schemas.openxmlformats.org/officeDocument/2006/relationships/slide" Target="slide39.xml"/><Relationship Id="rId2" Type="http://schemas.openxmlformats.org/officeDocument/2006/relationships/notesSlide" Target="../notesSlides/notesSlide4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3.xml"/><Relationship Id="rId11" Type="http://schemas.openxmlformats.org/officeDocument/2006/relationships/slide" Target="slide27.xml"/><Relationship Id="rId5" Type="http://schemas.openxmlformats.org/officeDocument/2006/relationships/slide" Target="slide31.xml"/><Relationship Id="rId15" Type="http://schemas.openxmlformats.org/officeDocument/2006/relationships/slide" Target="slide21.xml"/><Relationship Id="rId10" Type="http://schemas.openxmlformats.org/officeDocument/2006/relationships/slide" Target="slide17.xml"/><Relationship Id="rId4" Type="http://schemas.openxmlformats.org/officeDocument/2006/relationships/slide" Target="slide15.xml"/><Relationship Id="rId9" Type="http://schemas.openxmlformats.org/officeDocument/2006/relationships/slide" Target="slide35.xml"/><Relationship Id="rId14" Type="http://schemas.openxmlformats.org/officeDocument/2006/relationships/slide" Target="slide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4689D5-5BB6-611C-4FD8-B0120BFC1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794" y="3488812"/>
            <a:ext cx="7584140" cy="607800"/>
          </a:xfrm>
        </p:spPr>
        <p:txBody>
          <a:bodyPr/>
          <a:lstStyle/>
          <a:p>
            <a:r>
              <a:rPr lang="en-CA" dirty="0"/>
              <a:t>Final REVIEW</a:t>
            </a:r>
            <a:br>
              <a:rPr lang="en-CA" dirty="0"/>
            </a:br>
            <a:endParaRPr lang="en-CA" dirty="0"/>
          </a:p>
        </p:txBody>
      </p:sp>
      <p:sp>
        <p:nvSpPr>
          <p:cNvPr id="4" name="Google Shape;457;p48">
            <a:extLst>
              <a:ext uri="{FF2B5EF4-FFF2-40B4-BE49-F238E27FC236}">
                <a16:creationId xmlns:a16="http://schemas.microsoft.com/office/drawing/2014/main" id="{7E11987A-4326-CA4F-CFEE-4002ECC4C18D}"/>
              </a:ext>
            </a:extLst>
          </p:cNvPr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APS106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402909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AB3AD-151A-6277-352E-5D403C573E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75" b="2735"/>
          <a:stretch/>
        </p:blipFill>
        <p:spPr>
          <a:xfrm>
            <a:off x="2417251" y="767759"/>
            <a:ext cx="4309497" cy="3607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5F67-B2DC-5724-9EAE-094E14A2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2591-A80C-6A77-F952-6A8596E7D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my_dict</a:t>
            </a:r>
            <a:r>
              <a:rPr lang="en-US" dirty="0"/>
              <a:t> = {} #empty</a:t>
            </a:r>
          </a:p>
          <a:p>
            <a:r>
              <a:rPr lang="en-US" dirty="0"/>
              <a:t>key: value pairs go inside</a:t>
            </a:r>
          </a:p>
          <a:p>
            <a:r>
              <a:rPr lang="en-US" dirty="0"/>
              <a:t>d = {‘a’: 1, ‘b’:2}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F603F-7E9E-1FBB-36F3-B9100934B83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Can access values by calling the key</a:t>
            </a:r>
          </a:p>
          <a:p>
            <a:pPr lvl="1"/>
            <a:r>
              <a:rPr lang="en-US" dirty="0"/>
              <a:t>print(d[‘a’])</a:t>
            </a:r>
          </a:p>
          <a:p>
            <a:pPr lvl="1"/>
            <a:r>
              <a:rPr lang="en-US" dirty="0"/>
              <a:t>1</a:t>
            </a:r>
          </a:p>
          <a:p>
            <a:r>
              <a:rPr lang="en-US" dirty="0"/>
              <a:t>‘a’ in d</a:t>
            </a:r>
          </a:p>
          <a:p>
            <a:pPr lvl="1"/>
            <a:r>
              <a:rPr lang="en-US" dirty="0"/>
              <a:t>Where does it check?</a:t>
            </a:r>
          </a:p>
        </p:txBody>
      </p:sp>
    </p:spTree>
    <p:extLst>
      <p:ext uri="{BB962C8B-B14F-4D97-AF65-F5344CB8AC3E}">
        <p14:creationId xmlns:p14="http://schemas.microsoft.com/office/powerpoint/2010/main" val="149975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B645-1B9F-3063-801E-87D3C9D3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0A22-190A-60F1-E020-B963B186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7652B-4971-936C-3FC6-21B67F04F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= {‘a’: 1, ‘b’:2}</a:t>
            </a:r>
          </a:p>
          <a:p>
            <a:r>
              <a:rPr lang="en-US" dirty="0"/>
              <a:t>print(</a:t>
            </a:r>
            <a:r>
              <a:rPr lang="en-US" dirty="0" err="1"/>
              <a:t>d.keys</a:t>
            </a:r>
            <a:r>
              <a:rPr lang="en-US" dirty="0"/>
              <a:t>())</a:t>
            </a:r>
          </a:p>
          <a:p>
            <a:r>
              <a:rPr lang="en-US" dirty="0"/>
              <a:t>print(</a:t>
            </a:r>
            <a:r>
              <a:rPr lang="en-US" dirty="0" err="1"/>
              <a:t>d.values</a:t>
            </a:r>
            <a:r>
              <a:rPr lang="en-US" dirty="0"/>
              <a:t>())</a:t>
            </a:r>
          </a:p>
          <a:p>
            <a:r>
              <a:rPr lang="en-US" dirty="0"/>
              <a:t>print(</a:t>
            </a:r>
            <a:r>
              <a:rPr lang="en-US" dirty="0" err="1"/>
              <a:t>d.items</a:t>
            </a:r>
            <a:r>
              <a:rPr lang="en-US" dirty="0"/>
              <a:t>())</a:t>
            </a:r>
          </a:p>
          <a:p>
            <a:r>
              <a:rPr lang="en-US" dirty="0"/>
              <a:t>for __ in ____:</a:t>
            </a:r>
          </a:p>
          <a:p>
            <a:pPr lvl="1"/>
            <a:r>
              <a:rPr lang="en-US" dirty="0"/>
              <a:t>#do something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3DEE1-1C46-34E5-2238-DBDAA892FD6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Is </a:t>
            </a:r>
            <a:r>
              <a:rPr lang="en-US" dirty="0" err="1"/>
              <a:t>d.keys</a:t>
            </a:r>
            <a:r>
              <a:rPr lang="en-US" dirty="0"/>
              <a:t>()[0] possible?</a:t>
            </a:r>
          </a:p>
          <a:p>
            <a:r>
              <a:rPr lang="en-US" dirty="0"/>
              <a:t>Can keys repeat?</a:t>
            </a:r>
          </a:p>
          <a:p>
            <a:r>
              <a:rPr lang="en-US" dirty="0"/>
              <a:t>Are keys mutable?</a:t>
            </a:r>
          </a:p>
        </p:txBody>
      </p:sp>
    </p:spTree>
    <p:extLst>
      <p:ext uri="{BB962C8B-B14F-4D97-AF65-F5344CB8AC3E}">
        <p14:creationId xmlns:p14="http://schemas.microsoft.com/office/powerpoint/2010/main" val="345998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C5F9-5F67-9274-71F5-27353860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9663-FA99-AC86-506B-4F2DB605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– REVIEW W11 L2 slides!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4D0D6-FA3C-664B-BE4A-DE8FCF5397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3E53BB-8267-AA0B-E7AA-1D61EB9F3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525" y="590740"/>
            <a:ext cx="7098900" cy="357900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 ways of Reading a File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58FBE8-A4CC-D040-B901-16DD3E094505}"/>
              </a:ext>
            </a:extLst>
          </p:cNvPr>
          <p:cNvGraphicFramePr>
            <a:graphicFrameLocks noGrp="1"/>
          </p:cNvGraphicFramePr>
          <p:nvPr/>
        </p:nvGraphicFramePr>
        <p:xfrm>
          <a:off x="154796" y="1115853"/>
          <a:ext cx="7680961" cy="3855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Approach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Code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When to use it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The read approach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contents = </a:t>
                      </a:r>
                      <a:r>
                        <a:rPr lang="en-US" sz="1200" dirty="0" err="1">
                          <a:solidFill>
                            <a:srgbClr val="0070C0"/>
                          </a:solidFill>
                          <a:effectLst/>
                        </a:rPr>
                        <a:t>myfile.read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When you want to read the whole file at once and use it as a single string.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36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The </a:t>
                      </a:r>
                      <a:r>
                        <a:rPr lang="en-US" sz="1200" dirty="0" err="1">
                          <a:effectLst/>
                        </a:rPr>
                        <a:t>readline</a:t>
                      </a:r>
                      <a:r>
                        <a:rPr lang="en-US" sz="1200" dirty="0">
                          <a:effectLst/>
                        </a:rPr>
                        <a:t> approach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  <a:b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line = </a:t>
                      </a:r>
                      <a:r>
                        <a:rPr lang="en-US" sz="12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while line != '':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    line = </a:t>
                      </a:r>
                      <a:r>
                        <a:rPr lang="en-US" sz="1200" dirty="0" err="1">
                          <a:solidFill>
                            <a:srgbClr val="0070C0"/>
                          </a:solidFill>
                          <a:effectLst/>
                        </a:rPr>
                        <a:t>myfile.readline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b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200" dirty="0" err="1">
                          <a:solidFill>
                            <a:srgbClr val="0070C0"/>
                          </a:solidFill>
                          <a:effectLst/>
                        </a:rPr>
                        <a:t>myfile.close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When you want to process only part of a file. Each time through the loop line contains one line of the file.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The for line in file approach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contents = ''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for line in myfile:</a:t>
                      </a:r>
                      <a:b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    contents += line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When you want to process every line in the file one at a time.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The </a:t>
                      </a:r>
                      <a:r>
                        <a:rPr lang="en-US" sz="1200" dirty="0" err="1">
                          <a:effectLst/>
                        </a:rPr>
                        <a:t>readlines</a:t>
                      </a:r>
                      <a:r>
                        <a:rPr lang="en-US" sz="1200" dirty="0">
                          <a:effectLst/>
                        </a:rPr>
                        <a:t> approach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 = open(filename, 'r')</a:t>
                      </a:r>
                      <a:b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lines = </a:t>
                      </a:r>
                      <a:r>
                        <a:rPr lang="en-US" sz="1200" dirty="0" err="1">
                          <a:solidFill>
                            <a:srgbClr val="0070C0"/>
                          </a:solidFill>
                          <a:effectLst/>
                        </a:rPr>
                        <a:t>myfile.readlines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()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myfile.close()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ourier New" panose="02070309020205020404" pitchFamily="49" charset="0"/>
                        <a:ea typeface="MS Mincho" panose="02020609040205080304" pitchFamily="49" charset="-128"/>
                        <a:cs typeface="Courier New" panose="02070309020205020404" pitchFamily="49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When you want to examine each line of a file by index.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D5B38CC2-7422-3308-8D1D-A14310F8C6EB}"/>
              </a:ext>
            </a:extLst>
          </p:cNvPr>
          <p:cNvSpPr/>
          <p:nvPr/>
        </p:nvSpPr>
        <p:spPr>
          <a:xfrm>
            <a:off x="7928726" y="3441238"/>
            <a:ext cx="457200" cy="1353266"/>
          </a:xfrm>
          <a:prstGeom prst="rightBrace">
            <a:avLst/>
          </a:prstGeom>
          <a:ln w="5715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105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F834529-3EC7-6B01-EB6C-B87FA29C4E50}"/>
              </a:ext>
            </a:extLst>
          </p:cNvPr>
          <p:cNvSpPr/>
          <p:nvPr/>
        </p:nvSpPr>
        <p:spPr>
          <a:xfrm>
            <a:off x="7926359" y="1562859"/>
            <a:ext cx="457200" cy="1353266"/>
          </a:xfrm>
          <a:prstGeom prst="rightBrac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39245-FC95-FB47-5A5F-4EE33C86EAA3}"/>
              </a:ext>
            </a:extLst>
          </p:cNvPr>
          <p:cNvSpPr txBox="1"/>
          <p:nvPr/>
        </p:nvSpPr>
        <p:spPr>
          <a:xfrm rot="5400000">
            <a:off x="8128532" y="3910122"/>
            <a:ext cx="1127232" cy="4154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100" b="1" dirty="0"/>
              <a:t>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0EDD4-C7B1-960F-39C6-CE11A8B3D3E0}"/>
              </a:ext>
            </a:extLst>
          </p:cNvPr>
          <p:cNvSpPr txBox="1"/>
          <p:nvPr/>
        </p:nvSpPr>
        <p:spPr>
          <a:xfrm rot="5400000">
            <a:off x="8083648" y="2031743"/>
            <a:ext cx="1217000" cy="4154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100" b="1" dirty="0"/>
              <a:t>WEEK 5</a:t>
            </a:r>
          </a:p>
        </p:txBody>
      </p:sp>
    </p:spTree>
    <p:extLst>
      <p:ext uri="{BB962C8B-B14F-4D97-AF65-F5344CB8AC3E}">
        <p14:creationId xmlns:p14="http://schemas.microsoft.com/office/powerpoint/2010/main" val="364806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Reading CSVs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4FD42-18B9-D748-8D23-5DFBD9678B38}"/>
              </a:ext>
            </a:extLst>
          </p:cNvPr>
          <p:cNvSpPr/>
          <p:nvPr/>
        </p:nvSpPr>
        <p:spPr>
          <a:xfrm>
            <a:off x="93716" y="1296961"/>
            <a:ext cx="29305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##############################</a:t>
            </a:r>
          </a:p>
          <a:p>
            <a:r>
              <a:rPr lang="en-US" sz="1200" dirty="0">
                <a:solidFill>
                  <a:srgbClr val="FFFFFF"/>
                </a:solidFill>
              </a:rPr>
              <a:t> reading a file using standard approach</a:t>
            </a:r>
          </a:p>
          <a:p>
            <a:r>
              <a:rPr lang="en-US" sz="1200" dirty="0">
                <a:solidFill>
                  <a:srgbClr val="FFFFFF"/>
                </a:solidFill>
              </a:rPr>
              <a:t>##############################</a:t>
            </a:r>
          </a:p>
          <a:p>
            <a:endParaRPr lang="en-US" sz="1200" dirty="0">
              <a:solidFill>
                <a:srgbClr val="FFFFFF"/>
              </a:solidFill>
            </a:endParaRPr>
          </a:p>
          <a:p>
            <a:endParaRPr lang="en-US" sz="1200" dirty="0">
              <a:solidFill>
                <a:srgbClr val="92D050"/>
              </a:solidFill>
            </a:endParaRPr>
          </a:p>
          <a:p>
            <a:r>
              <a:rPr lang="en-US" sz="1200" dirty="0">
                <a:solidFill>
                  <a:srgbClr val="92D050"/>
                </a:solidFill>
              </a:rPr>
              <a:t># open communication to a file (to read)</a:t>
            </a:r>
          </a:p>
          <a:p>
            <a:r>
              <a:rPr lang="en-US" sz="1200" dirty="0" err="1">
                <a:solidFill>
                  <a:srgbClr val="00B0F0"/>
                </a:solidFill>
              </a:rPr>
              <a:t>myfile</a:t>
            </a:r>
            <a:r>
              <a:rPr lang="en-US" sz="1200" dirty="0">
                <a:solidFill>
                  <a:srgbClr val="00B0F0"/>
                </a:solidFill>
              </a:rPr>
              <a:t> = open('grades.csv', 'r')</a:t>
            </a:r>
          </a:p>
          <a:p>
            <a:endParaRPr lang="en-US" sz="1200" dirty="0">
              <a:solidFill>
                <a:srgbClr val="92D050"/>
              </a:solidFill>
            </a:endParaRPr>
          </a:p>
          <a:p>
            <a:r>
              <a:rPr lang="en-US" sz="1200" dirty="0">
                <a:solidFill>
                  <a:srgbClr val="92D050"/>
                </a:solidFill>
              </a:rPr>
              <a:t># read from file</a:t>
            </a:r>
          </a:p>
          <a:p>
            <a:r>
              <a:rPr lang="en-US" sz="1200" dirty="0">
                <a:solidFill>
                  <a:srgbClr val="00B0F0"/>
                </a:solidFill>
              </a:rPr>
              <a:t>L = </a:t>
            </a:r>
            <a:r>
              <a:rPr lang="en-US" sz="1200" dirty="0" err="1">
                <a:solidFill>
                  <a:srgbClr val="00B0F0"/>
                </a:solidFill>
              </a:rPr>
              <a:t>myfile.readlines</a:t>
            </a:r>
            <a:r>
              <a:rPr lang="en-US" sz="1200" dirty="0">
                <a:solidFill>
                  <a:srgbClr val="00B0F0"/>
                </a:solidFill>
              </a:rPr>
              <a:t>()</a:t>
            </a:r>
          </a:p>
          <a:p>
            <a:r>
              <a:rPr lang="en-US" sz="1200" dirty="0">
                <a:solidFill>
                  <a:srgbClr val="00B0F0"/>
                </a:solidFill>
              </a:rPr>
              <a:t>for row in L:</a:t>
            </a:r>
          </a:p>
          <a:p>
            <a:r>
              <a:rPr lang="en-US" sz="1200" dirty="0">
                <a:solidFill>
                  <a:srgbClr val="00B0F0"/>
                </a:solidFill>
              </a:rPr>
              <a:t>    print(row, end = '')</a:t>
            </a:r>
          </a:p>
          <a:p>
            <a:endParaRPr lang="en-US" sz="1200" dirty="0">
              <a:solidFill>
                <a:srgbClr val="00B0F0"/>
              </a:solidFill>
            </a:endParaRPr>
          </a:p>
          <a:p>
            <a:r>
              <a:rPr lang="en-US" sz="1200" dirty="0" err="1">
                <a:solidFill>
                  <a:srgbClr val="00B0F0"/>
                </a:solidFill>
              </a:rPr>
              <a:t>myfile.close</a:t>
            </a:r>
            <a:r>
              <a:rPr lang="en-US" sz="1200" dirty="0">
                <a:solidFill>
                  <a:srgbClr val="00B0F0"/>
                </a:solidFill>
              </a:rPr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CC9D8-95C9-B247-924E-A8C66A17EB59}"/>
              </a:ext>
            </a:extLst>
          </p:cNvPr>
          <p:cNvSpPr/>
          <p:nvPr/>
        </p:nvSpPr>
        <p:spPr>
          <a:xfrm>
            <a:off x="3024234" y="1296961"/>
            <a:ext cx="29305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############################</a:t>
            </a:r>
          </a:p>
          <a:p>
            <a:r>
              <a:rPr lang="en-US" sz="1200" dirty="0">
                <a:solidFill>
                  <a:srgbClr val="FFFFFF"/>
                </a:solidFill>
              </a:rPr>
              <a:t>reading a file using CSV Module</a:t>
            </a:r>
          </a:p>
          <a:p>
            <a:r>
              <a:rPr lang="en-US" sz="1200" dirty="0">
                <a:solidFill>
                  <a:srgbClr val="FFFFFF"/>
                </a:solidFill>
              </a:rPr>
              <a:t>############################</a:t>
            </a:r>
          </a:p>
          <a:p>
            <a:r>
              <a:rPr lang="en-US" sz="1200" dirty="0">
                <a:solidFill>
                  <a:schemeClr val="accent6"/>
                </a:solidFill>
              </a:rPr>
              <a:t>import </a:t>
            </a:r>
            <a:r>
              <a:rPr lang="en-US" sz="1200" dirty="0" err="1">
                <a:solidFill>
                  <a:schemeClr val="accent6"/>
                </a:solidFill>
              </a:rPr>
              <a:t>csv</a:t>
            </a:r>
            <a:endParaRPr lang="en-US" sz="1200" dirty="0">
              <a:solidFill>
                <a:schemeClr val="accent6"/>
              </a:solidFill>
            </a:endParaRPr>
          </a:p>
          <a:p>
            <a:endParaRPr lang="en-US" sz="1200" dirty="0">
              <a:solidFill>
                <a:srgbClr val="92D050"/>
              </a:solidFill>
            </a:endParaRPr>
          </a:p>
          <a:p>
            <a:r>
              <a:rPr lang="en-US" sz="1200" dirty="0">
                <a:solidFill>
                  <a:srgbClr val="92D050"/>
                </a:solidFill>
              </a:rPr>
              <a:t># open communication to a file (to read)</a:t>
            </a:r>
          </a:p>
          <a:p>
            <a:r>
              <a:rPr lang="en-US" sz="1200" dirty="0" err="1">
                <a:solidFill>
                  <a:srgbClr val="00B0F0"/>
                </a:solidFill>
              </a:rPr>
              <a:t>myfile</a:t>
            </a:r>
            <a:r>
              <a:rPr lang="en-US" sz="1200" dirty="0">
                <a:solidFill>
                  <a:srgbClr val="00B0F0"/>
                </a:solidFill>
              </a:rPr>
              <a:t> = open('grades.csv', 'r')</a:t>
            </a:r>
          </a:p>
          <a:p>
            <a:endParaRPr lang="en-US" sz="1200" dirty="0">
              <a:solidFill>
                <a:srgbClr val="92D050"/>
              </a:solidFill>
            </a:endParaRPr>
          </a:p>
          <a:p>
            <a:r>
              <a:rPr lang="en-US" sz="1200" dirty="0">
                <a:solidFill>
                  <a:srgbClr val="92D050"/>
                </a:solidFill>
              </a:rPr>
              <a:t># read from file</a:t>
            </a:r>
          </a:p>
          <a:p>
            <a:r>
              <a:rPr lang="en-US" sz="1200" dirty="0" err="1">
                <a:solidFill>
                  <a:schemeClr val="accent6"/>
                </a:solidFill>
              </a:rPr>
              <a:t>csv_reader</a:t>
            </a:r>
            <a:r>
              <a:rPr lang="en-US" sz="1200" dirty="0">
                <a:solidFill>
                  <a:schemeClr val="accent6"/>
                </a:solidFill>
              </a:rPr>
              <a:t> = </a:t>
            </a:r>
            <a:r>
              <a:rPr lang="en-US" sz="1200" dirty="0" err="1">
                <a:solidFill>
                  <a:schemeClr val="accent6"/>
                </a:solidFill>
              </a:rPr>
              <a:t>csv.reader</a:t>
            </a:r>
            <a:r>
              <a:rPr lang="en-US" sz="1200" dirty="0">
                <a:solidFill>
                  <a:schemeClr val="accent6"/>
                </a:solidFill>
              </a:rPr>
              <a:t>(</a:t>
            </a:r>
            <a:r>
              <a:rPr lang="en-US" sz="1200" dirty="0" err="1">
                <a:solidFill>
                  <a:schemeClr val="accent6"/>
                </a:solidFill>
              </a:rPr>
              <a:t>myfile</a:t>
            </a:r>
            <a:r>
              <a:rPr lang="en-US" sz="1200" dirty="0">
                <a:solidFill>
                  <a:schemeClr val="accent6"/>
                </a:solidFill>
              </a:rPr>
              <a:t>)</a:t>
            </a:r>
          </a:p>
          <a:p>
            <a:r>
              <a:rPr lang="en-US" sz="1200" dirty="0">
                <a:solidFill>
                  <a:srgbClr val="00B0F0"/>
                </a:solidFill>
              </a:rPr>
              <a:t>for row in </a:t>
            </a:r>
            <a:r>
              <a:rPr lang="en-US" sz="1200" dirty="0" err="1">
                <a:solidFill>
                  <a:srgbClr val="00B0F0"/>
                </a:solidFill>
              </a:rPr>
              <a:t>csv_reader</a:t>
            </a:r>
            <a:r>
              <a:rPr lang="en-US" sz="1200" dirty="0">
                <a:solidFill>
                  <a:srgbClr val="00B0F0"/>
                </a:solidFill>
              </a:rPr>
              <a:t>:</a:t>
            </a:r>
          </a:p>
          <a:p>
            <a:r>
              <a:rPr lang="en-US" sz="1200" dirty="0">
                <a:solidFill>
                  <a:srgbClr val="00B0F0"/>
                </a:solidFill>
              </a:rPr>
              <a:t>    print(row)</a:t>
            </a:r>
          </a:p>
          <a:p>
            <a:endParaRPr lang="en-US" sz="1200" dirty="0">
              <a:solidFill>
                <a:srgbClr val="00B0F0"/>
              </a:solidFill>
            </a:endParaRPr>
          </a:p>
          <a:p>
            <a:r>
              <a:rPr lang="en-US" sz="1200" dirty="0" err="1">
                <a:solidFill>
                  <a:srgbClr val="00B0F0"/>
                </a:solidFill>
              </a:rPr>
              <a:t>myfile.close</a:t>
            </a:r>
            <a:r>
              <a:rPr lang="en-US" sz="1200" dirty="0">
                <a:solidFill>
                  <a:srgbClr val="00B0F0"/>
                </a:solidFill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925FA-FA37-1240-9EC5-F6A0765EE747}"/>
              </a:ext>
            </a:extLst>
          </p:cNvPr>
          <p:cNvSpPr txBox="1"/>
          <p:nvPr/>
        </p:nvSpPr>
        <p:spPr>
          <a:xfrm>
            <a:off x="1311627" y="3654736"/>
            <a:ext cx="10287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Requires find() method to obtain data!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6676978" y="634666"/>
            <a:ext cx="1544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Requirement: “grades.csv”</a:t>
            </a:r>
          </a:p>
        </p:txBody>
      </p:sp>
      <p:pic>
        <p:nvPicPr>
          <p:cNvPr id="15" name="Picture 14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02675811-D716-2B4B-BF67-1F90D95E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648" y="1037746"/>
            <a:ext cx="3630506" cy="337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4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AA8B-F3B4-7B44-B7CD-433A5271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Writing CSVs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1A69-AC3E-9543-B153-4173F5E2E5C0}"/>
              </a:ext>
            </a:extLst>
          </p:cNvPr>
          <p:cNvSpPr txBox="1"/>
          <p:nvPr/>
        </p:nvSpPr>
        <p:spPr>
          <a:xfrm>
            <a:off x="5064915" y="545636"/>
            <a:ext cx="230704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Requirement: grades needs to be defined</a:t>
            </a:r>
          </a:p>
          <a:p>
            <a:endParaRPr lang="en-US" sz="900" dirty="0">
              <a:solidFill>
                <a:srgbClr val="FFFF00"/>
              </a:solidFill>
            </a:endParaRPr>
          </a:p>
          <a:p>
            <a:r>
              <a:rPr lang="en-US" sz="900" dirty="0">
                <a:solidFill>
                  <a:srgbClr val="FFFF00"/>
                </a:solidFill>
              </a:rPr>
              <a:t>grades = [['Name', 'Test1', 'Test2', 'Final'],</a:t>
            </a:r>
          </a:p>
          <a:p>
            <a:r>
              <a:rPr lang="en-US" sz="900" dirty="0">
                <a:solidFill>
                  <a:srgbClr val="FFFF00"/>
                </a:solidFill>
              </a:rPr>
              <a:t>               [‘Kendrick', '100', '50', '69'],</a:t>
            </a:r>
          </a:p>
          <a:p>
            <a:r>
              <a:rPr lang="en-US" sz="900" dirty="0">
                <a:solidFill>
                  <a:srgbClr val="FFFF00"/>
                </a:solidFill>
              </a:rPr>
              <a:t>               [‘Dre', '76', '32', '53'],</a:t>
            </a:r>
          </a:p>
          <a:p>
            <a:r>
              <a:rPr lang="en-US" sz="900" dirty="0">
                <a:solidFill>
                  <a:srgbClr val="FFFF00"/>
                </a:solidFill>
              </a:rPr>
              <a:t>               [‘Snoop', '25', '75', '95']]</a:t>
            </a:r>
          </a:p>
          <a:p>
            <a:endParaRPr lang="en-US" sz="900" dirty="0">
              <a:solidFill>
                <a:srgbClr val="FFFF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C766E-68D8-6148-B621-15E61C028D6F}"/>
              </a:ext>
            </a:extLst>
          </p:cNvPr>
          <p:cNvSpPr/>
          <p:nvPr/>
        </p:nvSpPr>
        <p:spPr>
          <a:xfrm>
            <a:off x="628650" y="1584382"/>
            <a:ext cx="507206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#################################</a:t>
            </a:r>
          </a:p>
          <a:p>
            <a:r>
              <a:rPr lang="en-US" sz="1500" dirty="0">
                <a:solidFill>
                  <a:srgbClr val="FFFFFF"/>
                </a:solidFill>
              </a:rPr>
              <a:t>#writing to a file using standard approach</a:t>
            </a:r>
          </a:p>
          <a:p>
            <a:r>
              <a:rPr lang="en-US" sz="1500" dirty="0">
                <a:solidFill>
                  <a:srgbClr val="FFFFFF"/>
                </a:solidFill>
              </a:rPr>
              <a:t>#################################</a:t>
            </a:r>
          </a:p>
          <a:p>
            <a:endParaRPr lang="en-US" sz="1500" dirty="0">
              <a:solidFill>
                <a:srgbClr val="92D050"/>
              </a:solidFill>
            </a:endParaRPr>
          </a:p>
          <a:p>
            <a:r>
              <a:rPr lang="en-US" sz="1500" dirty="0">
                <a:solidFill>
                  <a:srgbClr val="92D050"/>
                </a:solidFill>
              </a:rPr>
              <a:t># open communication to a file (to write)</a:t>
            </a:r>
          </a:p>
          <a:p>
            <a:r>
              <a:rPr lang="en-US" sz="1500" dirty="0" err="1">
                <a:solidFill>
                  <a:srgbClr val="00B0F0"/>
                </a:solidFill>
              </a:rPr>
              <a:t>myfile</a:t>
            </a:r>
            <a:r>
              <a:rPr lang="en-US" sz="1500" dirty="0">
                <a:solidFill>
                  <a:srgbClr val="00B0F0"/>
                </a:solidFill>
              </a:rPr>
              <a:t> = open('new_grades.csv', 'w')</a:t>
            </a:r>
          </a:p>
          <a:p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500" dirty="0">
                <a:solidFill>
                  <a:srgbClr val="92D050"/>
                </a:solidFill>
              </a:rPr>
              <a:t># write to file</a:t>
            </a:r>
          </a:p>
          <a:p>
            <a:r>
              <a:rPr lang="en-US" sz="1500" dirty="0">
                <a:solidFill>
                  <a:srgbClr val="00B0F0"/>
                </a:solidFill>
              </a:rPr>
              <a:t>for row in grades:</a:t>
            </a:r>
          </a:p>
          <a:p>
            <a:r>
              <a:rPr lang="en-US" sz="1500" dirty="0">
                <a:solidFill>
                  <a:srgbClr val="00B0F0"/>
                </a:solidFill>
              </a:rPr>
              <a:t>    for col in row:</a:t>
            </a:r>
          </a:p>
          <a:p>
            <a:r>
              <a:rPr lang="en-US" sz="1500" dirty="0">
                <a:solidFill>
                  <a:srgbClr val="00B0F0"/>
                </a:solidFill>
              </a:rPr>
              <a:t>        </a:t>
            </a:r>
            <a:r>
              <a:rPr lang="en-US" sz="1500" dirty="0" err="1">
                <a:solidFill>
                  <a:srgbClr val="00B0F0"/>
                </a:solidFill>
              </a:rPr>
              <a:t>myfile.write</a:t>
            </a:r>
            <a:r>
              <a:rPr lang="en-US" sz="1500" dirty="0">
                <a:solidFill>
                  <a:srgbClr val="00B0F0"/>
                </a:solidFill>
              </a:rPr>
              <a:t>(col + ',')</a:t>
            </a:r>
          </a:p>
          <a:p>
            <a:r>
              <a:rPr lang="en-US" sz="1500" dirty="0">
                <a:solidFill>
                  <a:srgbClr val="00B0F0"/>
                </a:solidFill>
              </a:rPr>
              <a:t>    </a:t>
            </a:r>
            <a:r>
              <a:rPr lang="en-US" sz="1500" dirty="0" err="1">
                <a:solidFill>
                  <a:srgbClr val="00B0F0"/>
                </a:solidFill>
              </a:rPr>
              <a:t>myfile.write</a:t>
            </a:r>
            <a:r>
              <a:rPr lang="en-US" sz="1500" dirty="0">
                <a:solidFill>
                  <a:srgbClr val="00B0F0"/>
                </a:solidFill>
              </a:rPr>
              <a:t>('\n')</a:t>
            </a:r>
          </a:p>
          <a:p>
            <a:endParaRPr lang="en-US" sz="1500" dirty="0">
              <a:solidFill>
                <a:srgbClr val="00B0F0"/>
              </a:solidFill>
            </a:endParaRPr>
          </a:p>
          <a:p>
            <a:r>
              <a:rPr lang="en-US" sz="1500" dirty="0" err="1">
                <a:solidFill>
                  <a:srgbClr val="00B0F0"/>
                </a:solidFill>
              </a:rPr>
              <a:t>myfile.close</a:t>
            </a:r>
            <a:r>
              <a:rPr lang="en-US" sz="1500" dirty="0">
                <a:solidFill>
                  <a:srgbClr val="00B0F0"/>
                </a:solidFill>
              </a:rPr>
              <a:t>()</a:t>
            </a:r>
          </a:p>
          <a:p>
            <a:endParaRPr lang="en-US" sz="1500" dirty="0">
              <a:solidFill>
                <a:srgbClr val="0066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262FF9-9732-BC46-9D94-81AAF4B2F392}"/>
              </a:ext>
            </a:extLst>
          </p:cNvPr>
          <p:cNvSpPr/>
          <p:nvPr/>
        </p:nvSpPr>
        <p:spPr>
          <a:xfrm>
            <a:off x="5064915" y="1584382"/>
            <a:ext cx="372189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#############################</a:t>
            </a:r>
          </a:p>
          <a:p>
            <a:r>
              <a:rPr lang="en-US" sz="1500" dirty="0">
                <a:solidFill>
                  <a:srgbClr val="FFFFFF"/>
                </a:solidFill>
              </a:rPr>
              <a:t>#writing to a file using CSV Module</a:t>
            </a:r>
          </a:p>
          <a:p>
            <a:r>
              <a:rPr lang="en-US" sz="1500" dirty="0">
                <a:solidFill>
                  <a:srgbClr val="FFFFFF"/>
                </a:solidFill>
              </a:rPr>
              <a:t>#############################</a:t>
            </a:r>
          </a:p>
          <a:p>
            <a:r>
              <a:rPr lang="en-US" sz="1500" dirty="0">
                <a:solidFill>
                  <a:schemeClr val="accent6"/>
                </a:solidFill>
              </a:rPr>
              <a:t>import </a:t>
            </a:r>
            <a:r>
              <a:rPr lang="en-US" sz="1500" dirty="0" err="1">
                <a:solidFill>
                  <a:schemeClr val="accent6"/>
                </a:solidFill>
              </a:rPr>
              <a:t>csv</a:t>
            </a:r>
            <a:endParaRPr lang="en-US" sz="1500" dirty="0">
              <a:solidFill>
                <a:schemeClr val="accent6"/>
              </a:solidFill>
            </a:endParaRPr>
          </a:p>
          <a:p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500" dirty="0">
                <a:solidFill>
                  <a:srgbClr val="92D050"/>
                </a:solidFill>
              </a:rPr>
              <a:t># open communication to a file (to write)</a:t>
            </a:r>
          </a:p>
          <a:p>
            <a:r>
              <a:rPr lang="en-US" sz="1500" dirty="0" err="1">
                <a:solidFill>
                  <a:srgbClr val="00B0F0"/>
                </a:solidFill>
              </a:rPr>
              <a:t>myfile</a:t>
            </a:r>
            <a:r>
              <a:rPr lang="en-US" sz="1500" dirty="0">
                <a:solidFill>
                  <a:srgbClr val="00B0F0"/>
                </a:solidFill>
              </a:rPr>
              <a:t> = open('new_grades.csv', 'w')</a:t>
            </a:r>
          </a:p>
          <a:p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500" dirty="0">
                <a:solidFill>
                  <a:srgbClr val="92D050"/>
                </a:solidFill>
              </a:rPr>
              <a:t># write to file</a:t>
            </a:r>
          </a:p>
          <a:p>
            <a:r>
              <a:rPr lang="en-US" sz="1500" dirty="0" err="1">
                <a:solidFill>
                  <a:schemeClr val="accent6"/>
                </a:solidFill>
              </a:rPr>
              <a:t>grades_writer</a:t>
            </a:r>
            <a:r>
              <a:rPr lang="en-US" sz="1500" dirty="0">
                <a:solidFill>
                  <a:schemeClr val="accent6"/>
                </a:solidFill>
              </a:rPr>
              <a:t> = </a:t>
            </a:r>
            <a:r>
              <a:rPr lang="en-US" sz="1500" dirty="0" err="1">
                <a:solidFill>
                  <a:schemeClr val="accent6"/>
                </a:solidFill>
              </a:rPr>
              <a:t>csv.writer</a:t>
            </a:r>
            <a:r>
              <a:rPr lang="en-US" sz="1500" dirty="0">
                <a:solidFill>
                  <a:schemeClr val="accent6"/>
                </a:solidFill>
              </a:rPr>
              <a:t>(</a:t>
            </a:r>
            <a:r>
              <a:rPr lang="en-US" sz="1500" dirty="0" err="1">
                <a:solidFill>
                  <a:schemeClr val="accent6"/>
                </a:solidFill>
              </a:rPr>
              <a:t>myfile</a:t>
            </a:r>
            <a:r>
              <a:rPr lang="en-US" sz="1500" dirty="0">
                <a:solidFill>
                  <a:schemeClr val="accent6"/>
                </a:solidFill>
              </a:rPr>
              <a:t>)</a:t>
            </a:r>
          </a:p>
          <a:p>
            <a:r>
              <a:rPr lang="en-US" sz="1500" dirty="0">
                <a:solidFill>
                  <a:srgbClr val="00B0F0"/>
                </a:solidFill>
              </a:rPr>
              <a:t>for row in grades:</a:t>
            </a:r>
          </a:p>
          <a:p>
            <a:r>
              <a:rPr lang="en-US" sz="1500" dirty="0">
                <a:solidFill>
                  <a:srgbClr val="00B0F0"/>
                </a:solidFill>
              </a:rPr>
              <a:t>    </a:t>
            </a:r>
            <a:r>
              <a:rPr lang="en-US" sz="1500" dirty="0" err="1">
                <a:solidFill>
                  <a:schemeClr val="accent6"/>
                </a:solidFill>
              </a:rPr>
              <a:t>grades_writer</a:t>
            </a:r>
            <a:r>
              <a:rPr lang="en-US" sz="1500" dirty="0" err="1">
                <a:solidFill>
                  <a:srgbClr val="00B0F0"/>
                </a:solidFill>
              </a:rPr>
              <a:t>.</a:t>
            </a:r>
            <a:r>
              <a:rPr lang="en-US" sz="1500" dirty="0" err="1">
                <a:solidFill>
                  <a:schemeClr val="accent6"/>
                </a:solidFill>
              </a:rPr>
              <a:t>writerow</a:t>
            </a:r>
            <a:r>
              <a:rPr lang="en-US" sz="1500" dirty="0">
                <a:solidFill>
                  <a:srgbClr val="00B0F0"/>
                </a:solidFill>
              </a:rPr>
              <a:t>(row)</a:t>
            </a:r>
          </a:p>
          <a:p>
            <a:endParaRPr lang="en-US" sz="1500" dirty="0">
              <a:solidFill>
                <a:srgbClr val="00B0F0"/>
              </a:solidFill>
            </a:endParaRPr>
          </a:p>
          <a:p>
            <a:r>
              <a:rPr lang="en-US" sz="1500" dirty="0" err="1">
                <a:solidFill>
                  <a:srgbClr val="00B0F0"/>
                </a:solidFill>
              </a:rPr>
              <a:t>myfile.close</a:t>
            </a:r>
            <a:r>
              <a:rPr lang="en-US" sz="1500" dirty="0">
                <a:solidFill>
                  <a:srgbClr val="00B0F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6321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4124-61E4-45F0-A204-E42B768B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5749-5681-C952-5876-3FFAF497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– REVIEW W10 and W11 L1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532FE-7E77-E4B3-E4E5-D465942184E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47DB26-449F-ABEF-2518-55EF185C7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537" y="1475825"/>
            <a:ext cx="7098888" cy="2689800"/>
          </a:xfrm>
        </p:spPr>
        <p:txBody>
          <a:bodyPr/>
          <a:lstStyle/>
          <a:p>
            <a:r>
              <a:rPr lang="en-US" dirty="0"/>
              <a:t>Blueprints! They provide the framework for instances of the class (which are objects!)</a:t>
            </a:r>
          </a:p>
          <a:p>
            <a:r>
              <a:rPr lang="en-US" dirty="0"/>
              <a:t>What the heck is self?</a:t>
            </a:r>
          </a:p>
          <a:p>
            <a:pPr lvl="1"/>
            <a:r>
              <a:rPr lang="en-US" dirty="0"/>
              <a:t>A reference to a future instance</a:t>
            </a:r>
          </a:p>
          <a:p>
            <a:r>
              <a:rPr lang="en-US" dirty="0"/>
              <a:t>What is __</a:t>
            </a:r>
            <a:r>
              <a:rPr lang="en-US" dirty="0" err="1"/>
              <a:t>init</a:t>
            </a:r>
            <a:r>
              <a:rPr lang="en-US" dirty="0"/>
              <a:t>__? Is it required?</a:t>
            </a:r>
          </a:p>
          <a:p>
            <a:r>
              <a:rPr lang="en-US" dirty="0"/>
              <a:t>What does __str__ do?</a:t>
            </a:r>
          </a:p>
          <a:p>
            <a:r>
              <a:rPr lang="en-US" dirty="0"/>
              <a:t>Can you make variables within the class that aren’t passed as parameters?</a:t>
            </a:r>
          </a:p>
        </p:txBody>
      </p:sp>
    </p:spTree>
    <p:extLst>
      <p:ext uri="{BB962C8B-B14F-4D97-AF65-F5344CB8AC3E}">
        <p14:creationId xmlns:p14="http://schemas.microsoft.com/office/powerpoint/2010/main" val="314711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1244-64C3-E8FE-CEFB-286DB68A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3FDC4-6B53-42D4-72F1-87CFFD9A0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537" y="1475825"/>
            <a:ext cx="6531202" cy="2689800"/>
          </a:xfrm>
        </p:spPr>
        <p:txBody>
          <a:bodyPr/>
          <a:lstStyle/>
          <a:p>
            <a:r>
              <a:rPr lang="en-US" b="0" dirty="0"/>
              <a:t>Why self is necessary in method definition?</a:t>
            </a:r>
          </a:p>
          <a:p>
            <a:r>
              <a:rPr lang="en-US" b="0" dirty="0"/>
              <a:t>When you call a method of an object as</a:t>
            </a:r>
          </a:p>
          <a:p>
            <a:pPr lvl="1"/>
            <a:r>
              <a:rPr lang="en-US" b="0" dirty="0" err="1"/>
              <a:t>object.method</a:t>
            </a:r>
            <a:r>
              <a:rPr lang="en-US" b="0" dirty="0"/>
              <a:t>(arg1, arg2)</a:t>
            </a:r>
          </a:p>
          <a:p>
            <a:r>
              <a:rPr lang="en-US" b="0" dirty="0"/>
              <a:t>it automatically converts into</a:t>
            </a:r>
          </a:p>
          <a:p>
            <a:pPr lvl="1"/>
            <a:r>
              <a:rPr lang="en-US" b="0" dirty="0" err="1"/>
              <a:t>Class.method</a:t>
            </a:r>
            <a:r>
              <a:rPr lang="en-US" b="0" dirty="0"/>
              <a:t>(object, arg1, arg2)</a:t>
            </a:r>
          </a:p>
          <a:p>
            <a:pPr lvl="1"/>
            <a:endParaRPr lang="en-US" b="0" dirty="0"/>
          </a:p>
          <a:p>
            <a:pPr marL="558800" lvl="1" indent="0">
              <a:buNone/>
            </a:pPr>
            <a:r>
              <a:rPr lang="en-US" b="0" dirty="0"/>
              <a:t>The self keyword captures this reference. Therefore, self is the first parameter of any method in a class, including the __</a:t>
            </a:r>
            <a:r>
              <a:rPr lang="en-US" b="0" dirty="0" err="1"/>
              <a:t>init</a:t>
            </a:r>
            <a:r>
              <a:rPr lang="en-US" b="0" dirty="0"/>
              <a:t>__ method.</a:t>
            </a:r>
          </a:p>
        </p:txBody>
      </p:sp>
    </p:spTree>
    <p:extLst>
      <p:ext uri="{BB962C8B-B14F-4D97-AF65-F5344CB8AC3E}">
        <p14:creationId xmlns:p14="http://schemas.microsoft.com/office/powerpoint/2010/main" val="334245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Rules of the GAME</a:t>
            </a:r>
            <a:endParaRPr dirty="0"/>
          </a:p>
        </p:txBody>
      </p:sp>
      <p:sp>
        <p:nvSpPr>
          <p:cNvPr id="229" name="Google Shape;229;p16"/>
          <p:cNvSpPr txBox="1">
            <a:spLocks noGrp="1"/>
          </p:cNvSpPr>
          <p:nvPr>
            <p:ph type="body" idx="1"/>
          </p:nvPr>
        </p:nvSpPr>
        <p:spPr>
          <a:xfrm>
            <a:off x="1022537" y="1475825"/>
            <a:ext cx="7380058" cy="26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CA" sz="1600" dirty="0"/>
              <a:t>Must use button on the table to answer question verbally and explain your answer – you will be called on to answer by one of the instructors</a:t>
            </a:r>
          </a:p>
          <a:p>
            <a:r>
              <a:rPr lang="en-CA" sz="1600" dirty="0"/>
              <a:t>Must tell us which discipline you’re in before you answer for points (we’ll rely on the honour system) </a:t>
            </a:r>
          </a:p>
          <a:p>
            <a:r>
              <a:rPr lang="en-CA" sz="1600" dirty="0"/>
              <a:t>If you get the answer right, you pick the next category</a:t>
            </a:r>
          </a:p>
          <a:p>
            <a:r>
              <a:rPr lang="en-CA" sz="1600" dirty="0"/>
              <a:t>If you get the answer wrong, the next person whose hand is up can steal </a:t>
            </a:r>
          </a:p>
          <a:p>
            <a:r>
              <a:rPr lang="en-CA" sz="1600" dirty="0"/>
              <a:t>Everyone is here to learn and review for the midterm so be kind to everyone who answers!</a:t>
            </a:r>
          </a:p>
        </p:txBody>
      </p:sp>
      <p:sp>
        <p:nvSpPr>
          <p:cNvPr id="231" name="Google Shape;231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28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3A3C2B-9E4A-F824-A4C9-F7C20CC654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678269"/>
              </p:ext>
            </p:extLst>
          </p:nvPr>
        </p:nvGraphicFramePr>
        <p:xfrm>
          <a:off x="2433398" y="484800"/>
          <a:ext cx="4381386" cy="4374330"/>
        </p:xfrm>
        <a:graphic>
          <a:graphicData uri="http://schemas.openxmlformats.org/drawingml/2006/table">
            <a:tbl>
              <a:tblPr firstRow="1" bandRow="1"/>
              <a:tblGrid>
                <a:gridCol w="1460462">
                  <a:extLst>
                    <a:ext uri="{9D8B030D-6E8A-4147-A177-3AD203B41FA5}">
                      <a16:colId xmlns:a16="http://schemas.microsoft.com/office/drawing/2014/main" val="2729443975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1582297191"/>
                    </a:ext>
                  </a:extLst>
                </a:gridCol>
                <a:gridCol w="1460462">
                  <a:extLst>
                    <a:ext uri="{9D8B030D-6E8A-4147-A177-3AD203B41FA5}">
                      <a16:colId xmlns:a16="http://schemas.microsoft.com/office/drawing/2014/main" val="2421461810"/>
                    </a:ext>
                  </a:extLst>
                </a:gridCol>
              </a:tblGrid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62543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702978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63326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73844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231125"/>
                  </a:ext>
                </a:extLst>
              </a:tr>
              <a:tr h="72905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016017"/>
                  </a:ext>
                </a:extLst>
              </a:tr>
            </a:tbl>
          </a:graphicData>
        </a:graphic>
      </p:graphicFrame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2526789" y="5985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Containers Continued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3965086" y="55848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Read, Write, Maybe even append</a:t>
            </a:r>
          </a:p>
        </p:txBody>
      </p:sp>
      <p:sp>
        <p:nvSpPr>
          <p:cNvPr id="240" name="Google Shape;240;p17"/>
          <p:cNvSpPr txBox="1"/>
          <p:nvPr/>
        </p:nvSpPr>
        <p:spPr>
          <a:xfrm>
            <a:off x="5454415" y="61733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1/250">
            <a:hlinkClick r:id="rId3" action="ppaction://hlinksldjump"/>
          </p:cNvPr>
          <p:cNvSpPr txBox="1"/>
          <p:nvPr/>
        </p:nvSpPr>
        <p:spPr>
          <a:xfrm>
            <a:off x="2508561" y="132433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1/500">
            <a:hlinkClick r:id="rId4" action="ppaction://hlinksldjump"/>
          </p:cNvPr>
          <p:cNvSpPr txBox="1"/>
          <p:nvPr/>
        </p:nvSpPr>
        <p:spPr>
          <a:xfrm>
            <a:off x="2526789" y="206802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1/1000">
            <a:hlinkClick r:id="rId5" action="ppaction://hlinksldjump"/>
          </p:cNvPr>
          <p:cNvSpPr txBox="1"/>
          <p:nvPr/>
        </p:nvSpPr>
        <p:spPr>
          <a:xfrm>
            <a:off x="3965086" y="42300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2/250">
            <a:hlinkClick r:id="rId6" action="ppaction://hlinksldjump"/>
          </p:cNvPr>
          <p:cNvSpPr txBox="1"/>
          <p:nvPr/>
        </p:nvSpPr>
        <p:spPr>
          <a:xfrm>
            <a:off x="3990602" y="131272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2/500">
            <a:hlinkClick r:id="rId7" action="ppaction://hlinksldjump"/>
          </p:cNvPr>
          <p:cNvSpPr txBox="1"/>
          <p:nvPr/>
        </p:nvSpPr>
        <p:spPr>
          <a:xfrm>
            <a:off x="3983390" y="202700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4/250">
            <a:hlinkClick r:id="rId8" action="ppaction://hlinksldjump"/>
          </p:cNvPr>
          <p:cNvSpPr txBox="1"/>
          <p:nvPr/>
        </p:nvSpPr>
        <p:spPr>
          <a:xfrm>
            <a:off x="5429713" y="133359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4/500">
            <a:hlinkClick r:id="rId9" action="ppaction://hlinksldjump"/>
            <a:extLst>
              <a:ext uri="{FF2B5EF4-FFF2-40B4-BE49-F238E27FC236}">
                <a16:creationId xmlns:a16="http://schemas.microsoft.com/office/drawing/2014/main" id="{8C85F899-48BA-1E8A-368B-B2185C522D94}"/>
              </a:ext>
            </a:extLst>
          </p:cNvPr>
          <p:cNvSpPr txBox="1"/>
          <p:nvPr/>
        </p:nvSpPr>
        <p:spPr>
          <a:xfrm>
            <a:off x="5429713" y="2045303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" name="1/500">
            <a:hlinkClick r:id="rId10" action="ppaction://hlinksldjump"/>
            <a:extLst>
              <a:ext uri="{FF2B5EF4-FFF2-40B4-BE49-F238E27FC236}">
                <a16:creationId xmlns:a16="http://schemas.microsoft.com/office/drawing/2014/main" id="{B7806A48-611F-55D3-C2A4-14C571EEADAA}"/>
              </a:ext>
            </a:extLst>
          </p:cNvPr>
          <p:cNvSpPr txBox="1"/>
          <p:nvPr/>
        </p:nvSpPr>
        <p:spPr>
          <a:xfrm>
            <a:off x="2526789" y="274797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" name="2/500">
            <a:hlinkClick r:id="rId11" action="ppaction://hlinksldjump"/>
            <a:extLst>
              <a:ext uri="{FF2B5EF4-FFF2-40B4-BE49-F238E27FC236}">
                <a16:creationId xmlns:a16="http://schemas.microsoft.com/office/drawing/2014/main" id="{3FA01849-9615-F734-EAE5-49DF51D79137}"/>
              </a:ext>
            </a:extLst>
          </p:cNvPr>
          <p:cNvSpPr txBox="1"/>
          <p:nvPr/>
        </p:nvSpPr>
        <p:spPr>
          <a:xfrm>
            <a:off x="3990602" y="2756801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" name="4/500">
            <a:hlinkClick r:id="rId12" action="ppaction://hlinksldjump"/>
            <a:extLst>
              <a:ext uri="{FF2B5EF4-FFF2-40B4-BE49-F238E27FC236}">
                <a16:creationId xmlns:a16="http://schemas.microsoft.com/office/drawing/2014/main" id="{70D479A2-3DC5-2AA4-73B8-98B0485C822B}"/>
              </a:ext>
            </a:extLst>
          </p:cNvPr>
          <p:cNvSpPr txBox="1"/>
          <p:nvPr/>
        </p:nvSpPr>
        <p:spPr>
          <a:xfrm>
            <a:off x="5454415" y="276155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2/250">
            <a:hlinkClick r:id="rId13" action="ppaction://hlinksldjump"/>
            <a:extLst>
              <a:ext uri="{FF2B5EF4-FFF2-40B4-BE49-F238E27FC236}">
                <a16:creationId xmlns:a16="http://schemas.microsoft.com/office/drawing/2014/main" id="{705B6AE1-1C7B-06B8-4CC9-AFBC2A4081A9}"/>
              </a:ext>
            </a:extLst>
          </p:cNvPr>
          <p:cNvSpPr txBox="1"/>
          <p:nvPr/>
        </p:nvSpPr>
        <p:spPr>
          <a:xfrm>
            <a:off x="6943744" y="4185157"/>
            <a:ext cx="2131502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Final Jeopardy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" name="1/500">
            <a:hlinkClick r:id="rId14" action="ppaction://hlinksldjump"/>
            <a:extLst>
              <a:ext uri="{FF2B5EF4-FFF2-40B4-BE49-F238E27FC236}">
                <a16:creationId xmlns:a16="http://schemas.microsoft.com/office/drawing/2014/main" id="{03E57A1D-5834-C078-7682-30FCF27B2C48}"/>
              </a:ext>
            </a:extLst>
          </p:cNvPr>
          <p:cNvSpPr txBox="1"/>
          <p:nvPr/>
        </p:nvSpPr>
        <p:spPr>
          <a:xfrm>
            <a:off x="2508561" y="348447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" name="1/500">
            <a:hlinkClick r:id="rId15" action="ppaction://hlinksldjump"/>
            <a:extLst>
              <a:ext uri="{FF2B5EF4-FFF2-40B4-BE49-F238E27FC236}">
                <a16:creationId xmlns:a16="http://schemas.microsoft.com/office/drawing/2014/main" id="{F2409047-7140-2CE0-85D9-B2052366775A}"/>
              </a:ext>
            </a:extLst>
          </p:cNvPr>
          <p:cNvSpPr txBox="1"/>
          <p:nvPr/>
        </p:nvSpPr>
        <p:spPr>
          <a:xfrm>
            <a:off x="2508561" y="42300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" name="1/500">
            <a:hlinkClick r:id="rId16" action="ppaction://hlinksldjump"/>
            <a:extLst>
              <a:ext uri="{FF2B5EF4-FFF2-40B4-BE49-F238E27FC236}">
                <a16:creationId xmlns:a16="http://schemas.microsoft.com/office/drawing/2014/main" id="{6577950C-E56D-0FF2-5D32-E4ACBA21A686}"/>
              </a:ext>
            </a:extLst>
          </p:cNvPr>
          <p:cNvSpPr txBox="1"/>
          <p:nvPr/>
        </p:nvSpPr>
        <p:spPr>
          <a:xfrm>
            <a:off x="3965086" y="35159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" name="1/500">
            <a:hlinkClick r:id="rId17" action="ppaction://hlinksldjump"/>
            <a:extLst>
              <a:ext uri="{FF2B5EF4-FFF2-40B4-BE49-F238E27FC236}">
                <a16:creationId xmlns:a16="http://schemas.microsoft.com/office/drawing/2014/main" id="{A00428E5-ACB9-027A-91E1-59CEAB411587}"/>
              </a:ext>
            </a:extLst>
          </p:cNvPr>
          <p:cNvSpPr txBox="1"/>
          <p:nvPr/>
        </p:nvSpPr>
        <p:spPr>
          <a:xfrm>
            <a:off x="5429713" y="351591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" name="1/1000">
            <a:hlinkClick r:id="rId18" action="ppaction://hlinksldjump"/>
            <a:extLst>
              <a:ext uri="{FF2B5EF4-FFF2-40B4-BE49-F238E27FC236}">
                <a16:creationId xmlns:a16="http://schemas.microsoft.com/office/drawing/2014/main" id="{2EA31A94-18A7-F14B-EF2E-0AC5F05F7FA4}"/>
              </a:ext>
            </a:extLst>
          </p:cNvPr>
          <p:cNvSpPr txBox="1"/>
          <p:nvPr/>
        </p:nvSpPr>
        <p:spPr>
          <a:xfrm>
            <a:off x="5454415" y="42300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8" grpId="0"/>
      <p:bldP spid="249" grpId="0"/>
      <p:bldP spid="258" grpId="0"/>
      <p:bldP spid="6" grpId="0"/>
      <p:bldP spid="11" grpId="0"/>
      <p:bldP spid="13" grpId="0"/>
      <p:bldP spid="15" grpId="0"/>
      <p:bldP spid="3" grpId="0"/>
      <p:bldP spid="14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94619-D591-5D3F-C263-E79B6F987C9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67;p33">
            <a:extLst>
              <a:ext uri="{FF2B5EF4-FFF2-40B4-BE49-F238E27FC236}">
                <a16:creationId xmlns:a16="http://schemas.microsoft.com/office/drawing/2014/main" id="{872B70C6-433A-EEB2-FE1B-DA7EC1CEE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0" y="-172579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dirty="0"/>
              <a:t>What is the output?</a:t>
            </a:r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502DBD95-B1B7-2A7D-FF67-F5D32C8328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50599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$200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ECC37-9829-341B-B985-EA34B7339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549" y="2152884"/>
            <a:ext cx="1549802" cy="8377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127D04CF-C4CC-400B-99A9-71B5AFDD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E08EA2-28E2-8943-13CC-8F921EA468B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1" name="Google Shape;367;p33">
            <a:extLst>
              <a:ext uri="{FF2B5EF4-FFF2-40B4-BE49-F238E27FC236}">
                <a16:creationId xmlns:a16="http://schemas.microsoft.com/office/drawing/2014/main" id="{E4BE66E9-DFDA-799A-B23A-61CAF1077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3550" y="-172579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dirty="0"/>
              <a:t>What is the output?</a:t>
            </a:r>
          </a:p>
        </p:txBody>
      </p:sp>
      <p:sp>
        <p:nvSpPr>
          <p:cNvPr id="12" name="Google Shape;368;p33">
            <a:extLst>
              <a:ext uri="{FF2B5EF4-FFF2-40B4-BE49-F238E27FC236}">
                <a16:creationId xmlns:a16="http://schemas.microsoft.com/office/drawing/2014/main" id="{82DA2CF1-0E9B-FC56-2F11-1EF3EC5FE5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50599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$200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6A7EE-3BF2-0458-3B5E-6897FE47E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549" y="2152884"/>
            <a:ext cx="1549802" cy="837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0D65D0-55DB-581D-8E67-442EF2CED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550" y="3108936"/>
            <a:ext cx="3943900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47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D7E74D4F-FA6F-ACDE-8CCA-E162957B7400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E85DF31F-A58C-391B-4D47-36A9C4841041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$400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9CF88-A17E-22BE-9FDD-135A6CE23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358" y="1756271"/>
            <a:ext cx="1991003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20BACB-7767-BAF2-F7B5-8B75E10482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265"/>
          <a:stretch>
            <a:fillRect/>
          </a:stretch>
        </p:blipFill>
        <p:spPr>
          <a:xfrm>
            <a:off x="4328222" y="2423559"/>
            <a:ext cx="3914980" cy="6468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648A926F-24C2-72D5-C26E-59311EA6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708C4-1319-4008-BA63-97AA01C5872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B0EAF5A6-A3FC-F813-CDB4-D2079A17EF82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8D3FA9A3-F7E1-94D7-B6E2-29E18C7F0109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$400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E0910-0DE6-4A0C-1F86-3A4F3C9E9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358" y="1756271"/>
            <a:ext cx="1991003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53E346-7CF3-2E70-04DD-5C865A30FE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327" b="30900"/>
          <a:stretch>
            <a:fillRect/>
          </a:stretch>
        </p:blipFill>
        <p:spPr>
          <a:xfrm>
            <a:off x="4328222" y="2743200"/>
            <a:ext cx="3914980" cy="1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75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6B3CA25-EDB4-E88B-4A27-FF95BD42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AA8438-B10E-7E50-C13C-26612AE5BA34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04952C3F-CC03-1989-B568-AF8812F32A24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F42B83E5-E6CC-8F67-6D96-2E8B6E90AA3C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$600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AA1ED-ABEC-A2D6-2E2B-DF21B3C1A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893" y="1710816"/>
            <a:ext cx="1705213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04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FAA2675D-4CDE-B9E7-E0C8-C87BAED4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2F31AB-2CDD-DBF4-D14F-A0718C60BD49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7;p33">
            <a:extLst>
              <a:ext uri="{FF2B5EF4-FFF2-40B4-BE49-F238E27FC236}">
                <a16:creationId xmlns:a16="http://schemas.microsoft.com/office/drawing/2014/main" id="{FD12D9A3-936E-EABC-530D-DAEDC5070F42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8" name="Google Shape;368;p33">
            <a:extLst>
              <a:ext uri="{FF2B5EF4-FFF2-40B4-BE49-F238E27FC236}">
                <a16:creationId xmlns:a16="http://schemas.microsoft.com/office/drawing/2014/main" id="{B3F43BFD-650B-FBAD-F48E-ECF502E1CCF5}"/>
              </a:ext>
            </a:extLst>
          </p:cNvPr>
          <p:cNvSpPr txBox="1">
            <a:spLocks/>
          </p:cNvSpPr>
          <p:nvPr/>
        </p:nvSpPr>
        <p:spPr>
          <a:xfrm>
            <a:off x="1038650" y="640325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$600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6159C7-C5B2-F7BC-1481-0448F5E16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893" y="1710816"/>
            <a:ext cx="1705213" cy="2438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4CAB87-99A4-921E-6610-B1280B0B2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228" y="2356374"/>
            <a:ext cx="814442" cy="11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42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FFBC2D43-7984-5A5D-CBF1-848ACD65D2B9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3FFA0C-FB07-6319-AA9D-F430A880DB78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B2647CC8-0001-6B45-731B-4341D01339A2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$800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7400C8-6701-FAAE-41C9-2415A7853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37" y="1734606"/>
            <a:ext cx="2548665" cy="242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79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B967A735-9CC9-099A-25B5-D8A47DB4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7EEA2607-DB2A-2D89-D4BD-2133BFBF6D77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7F33C1-D360-A7CE-5F2C-DCAFA93E7CD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A4198E34-D43D-2554-373D-11434969FC8B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CA" dirty="0"/>
              <a:t>Containers Continued </a:t>
            </a:r>
            <a:r>
              <a:rPr lang="en-US" dirty="0"/>
              <a:t>· </a:t>
            </a:r>
            <a:r>
              <a:rPr lang="en-US" dirty="0">
                <a:solidFill>
                  <a:srgbClr val="FFC319"/>
                </a:solidFill>
              </a:rPr>
              <a:t>$800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8DE057-5704-0CAD-7808-BE86564F7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537" y="1734606"/>
            <a:ext cx="2548665" cy="24261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1D1915-B71C-B76C-B5CE-D9D549823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952" y="2422177"/>
            <a:ext cx="1498321" cy="40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6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79FF8985-C501-5852-F792-84723102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CFB60EC0-1927-93EE-C386-DE858577DBC5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0CABE-6895-34F4-3342-B1AEEBDB7CA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AFD6484E-D33A-E457-631D-DF46291872A6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Containers Continued 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D57AF-2F22-4446-5924-427F8C37F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766" y="1667623"/>
            <a:ext cx="2082180" cy="199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96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A364741D-B825-7177-656A-FCDC3EAD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7;p33">
            <a:extLst>
              <a:ext uri="{FF2B5EF4-FFF2-40B4-BE49-F238E27FC236}">
                <a16:creationId xmlns:a16="http://schemas.microsoft.com/office/drawing/2014/main" id="{253C9FED-12E3-02FE-ACDB-C3C1CF11A333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5A3D3-61C8-D026-9A13-CC0F2085C0E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0" name="Google Shape;368;p33">
            <a:extLst>
              <a:ext uri="{FF2B5EF4-FFF2-40B4-BE49-F238E27FC236}">
                <a16:creationId xmlns:a16="http://schemas.microsoft.com/office/drawing/2014/main" id="{55D40AF8-B7A3-A96D-58E1-4019AF2E3800}"/>
              </a:ext>
            </a:extLst>
          </p:cNvPr>
          <p:cNvSpPr txBox="1">
            <a:spLocks/>
          </p:cNvSpPr>
          <p:nvPr/>
        </p:nvSpPr>
        <p:spPr>
          <a:xfrm>
            <a:off x="873947" y="640324"/>
            <a:ext cx="7079700" cy="4443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None/>
              <a:defRPr sz="20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indent="0"/>
            <a:r>
              <a:rPr lang="en-US" dirty="0"/>
              <a:t>Containers Continued 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14596-2CD7-A737-C1D0-8AC9FF7A6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766" y="1667623"/>
            <a:ext cx="2082180" cy="1997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DB68E-E679-341A-BA62-7AE83BD37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1567" y="3771876"/>
            <a:ext cx="2369134" cy="2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07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543E4B0E-317B-E722-D4D2-0EAE26C33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written to file?</a:t>
            </a:r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Read, Write, Maybe even Append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C150-AD4F-96D7-09B9-A69ADEC2C74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01583-FDB7-ED22-D1E7-FBDB72A47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855" y="2187813"/>
            <a:ext cx="2448267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3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3E27C560-2989-99AD-182E-F48E3C64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10E10B8D-A02D-1C5E-4C54-D0B7133AC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dirty="0"/>
              <a:t>What is written to file?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4709F48A-D716-11E4-A7E0-C992ED676C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Read, Write, Maybe even Append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C50BC-31EC-41F0-2860-03C339E5E45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2B155-6309-1C9F-E5E0-C17D66228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855" y="2187813"/>
            <a:ext cx="2448267" cy="1133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4CA0D1-AEDD-AB41-9334-45D632067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034" y="2097312"/>
            <a:ext cx="2114845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78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DACD9866-A9D2-E97A-63CC-B6312E03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2726B9B4-A121-EA77-008F-A529CE28DE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D424B7CB-1D92-8C97-78E5-15E62EC2E3D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A7413-8AC2-F494-6988-551AEF82CB7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2D191-67FD-C93A-9387-B3F7FB4BA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095" y="2201213"/>
            <a:ext cx="1962424" cy="75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5550F3-09B5-7AC0-13FC-F7E9167B7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93" y="1850080"/>
            <a:ext cx="2105319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27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404A90F1-5076-2225-9DB6-91F3F2358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9A3959B1-6DC1-9AF3-FF42-3FD6E21B2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783D0DCE-097D-0C04-3E31-7BF3A50E26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$400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576D7-3849-8B47-0523-3B4A48089D6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BC363-7A4E-A1E7-92F4-49A228619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095" y="2201213"/>
            <a:ext cx="1962424" cy="75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6EC1DC-786A-241E-C80A-AF75BB451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93" y="1850080"/>
            <a:ext cx="2105319" cy="1648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4BAE31-7CA8-1FB0-7050-EDB4ECDB9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221" y="2043306"/>
            <a:ext cx="970863" cy="105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71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ABE3887C-AC32-51F4-77CE-8CC35309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95EAB4D8-E37A-0459-86B8-36C0BE5784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F35DEA39-A728-BB7B-6050-6491DB73DB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$600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6433-49C7-615C-37C2-E9A94DF8B12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B3188D-4979-D8AA-F7E2-792A85E1A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174" y="2677346"/>
            <a:ext cx="3763652" cy="946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813119-26D0-8771-0FBD-8779A6D54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533" y="1785816"/>
            <a:ext cx="4024934" cy="78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5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342DD478-C4E3-7436-A1BC-008A2827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EA14252B-F1A9-B66F-0A82-C820AC454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285CDE1B-E5C5-E738-B324-6C194D66B3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$600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CCF3B-9DE8-D1EB-313F-1625A0C4FEF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DA54A4-A81D-E738-E387-C1BF37A4A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174" y="2677346"/>
            <a:ext cx="3763652" cy="946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C23293-6FBC-8010-5EBF-CA980F715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533" y="1785816"/>
            <a:ext cx="4024934" cy="7859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DE61A3-59B5-CEA3-79C0-020CDDDCA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446" y="3687863"/>
            <a:ext cx="202910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2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911BF58B-BC3D-2F0D-268D-7DC1747F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70B3D234-E862-8C11-8D73-5DFE82EBB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36151228-B918-8F55-3487-701A1B6FE0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$800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77A33-4B78-870F-80DB-F9F508F9A0C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AABC4-3E8F-1C89-EEE6-BC1E32D9F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27" y="1843361"/>
            <a:ext cx="3972479" cy="1629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8971A4-9D36-AFF9-9CFC-10596DF8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26" y="1870494"/>
            <a:ext cx="2734057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26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DDA99A4A-C8A2-4B9B-0EB2-40599555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BE704C5A-A5CC-689A-68E9-C49D7D15E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23564DEC-389F-06F4-18D6-9FE4E303F3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$800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96704-E68F-6356-2D49-3352C327BF81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34B250-F9E8-274E-ADD6-FAC269E54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27" y="1843361"/>
            <a:ext cx="3972479" cy="1629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A8F66D-B0F1-C8F2-80A5-51D074F91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26" y="1870494"/>
            <a:ext cx="2734057" cy="1571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BE4433-BC35-0A3E-D9D6-1B8777607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222" y="3758484"/>
            <a:ext cx="1185556" cy="35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56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A5582304-C9D7-CB84-35EB-7EECB0DF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1F869852-931A-1CE1-98AE-C9F1715C2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EDC105F9-2284-69EA-27A3-C778B8B276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33A68-BF6C-B2ED-D305-12C585CB2892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81675-4C8C-86FF-A2C2-0512B76FE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910" y="1762012"/>
            <a:ext cx="2857899" cy="1619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7DED10-4E05-C512-6EB6-7DD1171BA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584" y="1881091"/>
            <a:ext cx="214342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25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6438B7D3-592B-9A30-558E-F564CE1A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23">
            <a:extLst>
              <a:ext uri="{FF2B5EF4-FFF2-40B4-BE49-F238E27FC236}">
                <a16:creationId xmlns:a16="http://schemas.microsoft.com/office/drawing/2014/main" id="{0D7FED6F-9326-2C1B-3C40-1BE2424CC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682" y="-125130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the output?</a:t>
            </a:r>
          </a:p>
        </p:txBody>
      </p:sp>
      <p:sp>
        <p:nvSpPr>
          <p:cNvPr id="308" name="Google Shape;308;p23">
            <a:extLst>
              <a:ext uri="{FF2B5EF4-FFF2-40B4-BE49-F238E27FC236}">
                <a16:creationId xmlns:a16="http://schemas.microsoft.com/office/drawing/2014/main" id="{F60B9BBE-112E-B5C1-843E-0E92CBA91B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/>
              <a:t>Read, Write, Maybe even Append · </a:t>
            </a:r>
            <a:r>
              <a:rPr lang="en-US" dirty="0">
                <a:solidFill>
                  <a:srgbClr val="FFC319"/>
                </a:solidFill>
              </a:rPr>
              <a:t>$1000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83C45-8DD6-083B-7924-E597E85F0FD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hlinkClick r:id="rId3" action="ppaction://hlinksldjump"/>
              </a:rPr>
              <a:t>Question board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F8B01-55A5-5B6D-C2AE-AF96F7985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910" y="1762012"/>
            <a:ext cx="2857899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DF7D7-6531-EAE3-5DCE-792938B97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970" y="3666477"/>
            <a:ext cx="5087060" cy="32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CB1280-B9DD-E272-6295-E178FB523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3584" y="1881091"/>
            <a:ext cx="214342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4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9760C-5EAC-44C4-6B8A-9F0BB2824D96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4A3ACEDC-48C4-6562-1C63-91702C1490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D7B14-45ED-5A86-D95A-8DF9850A7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13" y="1947775"/>
            <a:ext cx="2848373" cy="1247949"/>
          </a:xfrm>
          <a:prstGeom prst="rect">
            <a:avLst/>
          </a:prstGeom>
        </p:spPr>
      </p:pic>
      <p:sp>
        <p:nvSpPr>
          <p:cNvPr id="8" name="Google Shape;367;p33">
            <a:extLst>
              <a:ext uri="{FF2B5EF4-FFF2-40B4-BE49-F238E27FC236}">
                <a16:creationId xmlns:a16="http://schemas.microsoft.com/office/drawing/2014/main" id="{F2AF4421-5847-1BB6-C158-255845A77E7D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E4D0802C-0DB2-92E9-F5E2-A65B54FA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128DB-1419-C9E4-BCFF-599A6032FE1C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368261CE-3659-BC17-854E-E82F7B7B10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BE4FB-4BDB-597A-B945-18A7D836D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813" y="1947775"/>
            <a:ext cx="2848373" cy="12479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D5E1E9-46BE-B27E-FB44-0839A77D3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577" y="3529175"/>
            <a:ext cx="304843" cy="181000"/>
          </a:xfrm>
          <a:prstGeom prst="rect">
            <a:avLst/>
          </a:prstGeom>
        </p:spPr>
      </p:pic>
      <p:sp>
        <p:nvSpPr>
          <p:cNvPr id="8" name="Google Shape;367;p33">
            <a:extLst>
              <a:ext uri="{FF2B5EF4-FFF2-40B4-BE49-F238E27FC236}">
                <a16:creationId xmlns:a16="http://schemas.microsoft.com/office/drawing/2014/main" id="{29C51143-2FB2-91FF-ADC4-D758718D064F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3726860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1A56F631-40A3-E234-C60B-A4D74D4A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B1D0C-8522-B0AF-F4B8-C7C80E0B82BA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4C33FFA8-27FA-FC4A-CF9D-800DDDDFDA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9" name="Google Shape;367;p33">
            <a:extLst>
              <a:ext uri="{FF2B5EF4-FFF2-40B4-BE49-F238E27FC236}">
                <a16:creationId xmlns:a16="http://schemas.microsoft.com/office/drawing/2014/main" id="{7116612A-7666-BD78-2DB6-FC8C1F0E4D9A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CD31A-64D0-A663-4F17-A9BE6B62C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787" y="1700091"/>
            <a:ext cx="3410426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24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D2D71D91-6B36-2562-6D85-FFE8BD19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7B70E-D6F1-8F71-F0D6-94EE99A18BAF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7C247DD7-A490-1134-B43A-650917830F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C0BF7C00-77AF-063A-13EF-ADA44E39A7F3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AE2E6-3EC9-6C7D-E3A6-4688BF483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787" y="1700091"/>
            <a:ext cx="3410426" cy="1743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2054D9-67E3-ED08-BAE3-BBA58EFFE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695" y="2146508"/>
            <a:ext cx="622836" cy="7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67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14698051-1D5A-4188-90DE-3D098B91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13A2F-3159-3D83-4EB7-C5C0986AFDF7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1F6C3835-17D9-D2ED-D82D-9FDDFFADB8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56890-6B75-839D-8922-3DB9A836A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067" y="1617227"/>
            <a:ext cx="2393865" cy="2064623"/>
          </a:xfrm>
          <a:prstGeom prst="rect">
            <a:avLst/>
          </a:prstGeom>
        </p:spPr>
      </p:pic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1CE0DFD5-05A0-578A-B7B5-F997CFA57DD2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2835060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79FE0255-44C5-F302-35DA-33454DA5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74F0D1-1BF5-27C9-E833-7CC8D7231889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79CE98B1-F47D-B84E-21E7-3459A3A1CF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EF311-CCCE-9E06-CAEB-946960AD4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067" y="1617227"/>
            <a:ext cx="2393865" cy="2064623"/>
          </a:xfrm>
          <a:prstGeom prst="rect">
            <a:avLst/>
          </a:prstGeom>
        </p:spPr>
      </p:pic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77E0215E-DCE0-971F-111A-0246BE7043D4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FCF6EA-F5DA-6BB0-0302-8A7480053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787" y="3752823"/>
            <a:ext cx="1600423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938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98B6E756-09A8-A11B-1B99-C6A2CAB9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9F485-7D57-597E-F86A-6CAA8D550250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343855DF-DCD1-5E31-7475-36CB414219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Google Shape;367;p33">
            <a:extLst>
              <a:ext uri="{FF2B5EF4-FFF2-40B4-BE49-F238E27FC236}">
                <a16:creationId xmlns:a16="http://schemas.microsoft.com/office/drawing/2014/main" id="{68190EAD-A0CE-7C44-AE9E-58A40E03B160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50E8E-9651-E44A-41CC-472F13E51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591" y="1636247"/>
            <a:ext cx="4286848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21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6A070033-13C7-4D49-E459-273F2A93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8BEA3-06A7-6063-8BB1-983BAFB81B3E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FF3F98EA-2D3F-3E2D-D860-7249A09313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5" name="Google Shape;367;p33">
            <a:extLst>
              <a:ext uri="{FF2B5EF4-FFF2-40B4-BE49-F238E27FC236}">
                <a16:creationId xmlns:a16="http://schemas.microsoft.com/office/drawing/2014/main" id="{0E60C388-F97D-2D31-1E1F-2885228A6E67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A9A5B-D27B-F32C-1322-F697214F0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591" y="1636247"/>
            <a:ext cx="4286848" cy="21148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6DF870-C372-7944-E984-03AF3A116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948" y="3848150"/>
            <a:ext cx="818103" cy="40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24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A84D2AF8-C194-9E57-BF81-77B84EC6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D859C2-64EF-D210-9897-1D8BA9E7E423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1C1C213D-FC39-50B4-5366-8FF81B786F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2BD23579-7D39-85DB-63A1-B894FB758C8E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5AEB6-6097-D05B-9D35-6FD5A30B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98" y="1647696"/>
            <a:ext cx="3077004" cy="92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775FB8-EBA0-F398-FCDE-0B10EBEFF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98" y="2683646"/>
            <a:ext cx="3077004" cy="1646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0A6A00-F50D-EE29-FCEF-7266A5464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191" y="1688742"/>
            <a:ext cx="3508694" cy="12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3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2379D2E3-06FC-1557-81F9-B81D1D98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AC1A93-2FDB-9C63-C3DC-295C47758D4D}"/>
              </a:ext>
            </a:extLst>
          </p:cNvPr>
          <p:cNvSpPr txBox="1"/>
          <p:nvPr/>
        </p:nvSpPr>
        <p:spPr>
          <a:xfrm>
            <a:off x="7201113" y="4257202"/>
            <a:ext cx="150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 action="ppaction://hlinksldjump"/>
              </a:rPr>
              <a:t>Question board</a:t>
            </a:r>
            <a:endParaRPr lang="en-CA" dirty="0"/>
          </a:p>
        </p:txBody>
      </p:sp>
      <p:sp>
        <p:nvSpPr>
          <p:cNvPr id="12" name="Google Shape;338;p28">
            <a:extLst>
              <a:ext uri="{FF2B5EF4-FFF2-40B4-BE49-F238E27FC236}">
                <a16:creationId xmlns:a16="http://schemas.microsoft.com/office/drawing/2014/main" id="{2A4A5804-6335-7FF7-657A-37AB34C592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Classy Classes </a:t>
            </a:r>
            <a:r>
              <a:rPr lang="en" dirty="0"/>
              <a:t>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  <p:sp>
        <p:nvSpPr>
          <p:cNvPr id="7" name="Google Shape;367;p33">
            <a:extLst>
              <a:ext uri="{FF2B5EF4-FFF2-40B4-BE49-F238E27FC236}">
                <a16:creationId xmlns:a16="http://schemas.microsoft.com/office/drawing/2014/main" id="{0C88FA0C-72BB-A96A-88E0-77DFDC24DF2F}"/>
              </a:ext>
            </a:extLst>
          </p:cNvPr>
          <p:cNvSpPr txBox="1">
            <a:spLocks/>
          </p:cNvSpPr>
          <p:nvPr/>
        </p:nvSpPr>
        <p:spPr>
          <a:xfrm>
            <a:off x="1074115" y="385982"/>
            <a:ext cx="7081800" cy="1929017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ella Respira"/>
              <a:buNone/>
              <a:defRPr sz="3400" b="1" i="0" u="none" strike="noStrike" cap="none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r>
              <a:rPr lang="en-CA" dirty="0"/>
              <a:t>What is the output?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14F1C4-F91C-DDAB-41E7-0D025976F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98" y="1647696"/>
            <a:ext cx="3077004" cy="92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36E551-00ED-16C8-06BE-BA7865D8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898" y="2683646"/>
            <a:ext cx="3077004" cy="1646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3D76CF-B69C-F164-0A58-A87F125F3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191" y="1688742"/>
            <a:ext cx="3508694" cy="12525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A5865C-EA01-E4BD-AA85-7379AC4ACB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485" y="3413270"/>
            <a:ext cx="3142079" cy="4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1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763794" y="1452282"/>
            <a:ext cx="7584140" cy="18161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CA" b="1" dirty="0"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Final Jeopardy</a:t>
            </a:r>
            <a:endParaRPr b="1" i="0" dirty="0">
              <a:ln>
                <a:noFill/>
              </a:ln>
              <a:gradFill>
                <a:gsLst>
                  <a:gs pos="0">
                    <a:schemeClr val="lt1"/>
                  </a:gs>
                  <a:gs pos="3000">
                    <a:schemeClr val="dk2"/>
                  </a:gs>
                  <a:gs pos="6800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atin typeface="Bebas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-1867582" y="470959"/>
            <a:ext cx="623486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36EA4-3518-78CF-264D-6624EDE40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0" y="1240121"/>
            <a:ext cx="7967580" cy="223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208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3A8EA968-4C57-B94D-D5EF-1B5FC287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BCEDF143-8534-0914-4FF1-7AD1E335A2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146412" y="470959"/>
            <a:ext cx="5513696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319"/>
                </a:solidFill>
              </a:rPr>
              <a:t>FINAL JEOPARDY - Answer</a:t>
            </a:r>
            <a:endParaRPr dirty="0">
              <a:solidFill>
                <a:srgbClr val="FFC31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DFA3A-01F3-CBF1-455F-E983C6F19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32" y="988510"/>
            <a:ext cx="4548917" cy="1846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52FCB-E148-4F09-8E79-3DAE7DEF0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32" y="2907891"/>
            <a:ext cx="3338968" cy="1601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951125-2B45-0A87-AD48-2063DD330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418" y="2194981"/>
            <a:ext cx="3106913" cy="127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8675"/>
      </p:ext>
    </p:extLst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471F04AB17F44B57090985F94B01C" ma:contentTypeVersion="3" ma:contentTypeDescription="Create a new document." ma:contentTypeScope="" ma:versionID="f33c09e46c0e9f254cc7e16c5fcaedde">
  <xsd:schema xmlns:xsd="http://www.w3.org/2001/XMLSchema" xmlns:xs="http://www.w3.org/2001/XMLSchema" xmlns:p="http://schemas.microsoft.com/office/2006/metadata/properties" xmlns:ns2="5d775564-842c-4f23-ad9c-eac9d693a940" targetNamespace="http://schemas.microsoft.com/office/2006/metadata/properties" ma:root="true" ma:fieldsID="7a502e098daea02d1058cc3e26e92383" ns2:_="">
    <xsd:import namespace="5d775564-842c-4f23-ad9c-eac9d693a9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75564-842c-4f23-ad9c-eac9d693a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9FB3E9-A772-44B0-A35F-77B2763E6B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BBE1C03-B02D-4278-8738-6C51D1CC8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37625A-1761-46E8-9782-C709CF503C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75564-842c-4f23-ad9c-eac9d693a9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5901</TotalTime>
  <Words>1369</Words>
  <Application>Microsoft Office PowerPoint</Application>
  <PresentationFormat>On-screen Show (16:9)</PresentationFormat>
  <Paragraphs>262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Courier New</vt:lpstr>
      <vt:lpstr>Times New Roman</vt:lpstr>
      <vt:lpstr>Bebas Neue</vt:lpstr>
      <vt:lpstr>Della Respira</vt:lpstr>
      <vt:lpstr>Calibri</vt:lpstr>
      <vt:lpstr>Arial</vt:lpstr>
      <vt:lpstr>Jeoparty template</vt:lpstr>
      <vt:lpstr>Final REVIEW </vt:lpstr>
      <vt:lpstr>PowerPoint Presentation</vt:lpstr>
      <vt:lpstr>Dictionaries</vt:lpstr>
      <vt:lpstr>Dictionaries</vt:lpstr>
      <vt:lpstr>Files – REVIEW W11 L2 slides!</vt:lpstr>
      <vt:lpstr>Different ways of Reading a File</vt:lpstr>
      <vt:lpstr>Summary: Reading CSVs</vt:lpstr>
      <vt:lpstr>Summary: Writing CSVs</vt:lpstr>
      <vt:lpstr>CLASSES – REVIEW W10 and W11 L1</vt:lpstr>
      <vt:lpstr>PowerPoint Presentation</vt:lpstr>
      <vt:lpstr>Rules of the GAME</vt:lpstr>
      <vt:lpstr>Panel</vt:lpstr>
      <vt:lpstr>What is the output?</vt:lpstr>
      <vt:lpstr>What is the output?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written to file?</vt:lpstr>
      <vt:lpstr>What is written to file?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Joseph Sebastian</dc:creator>
  <cp:lastModifiedBy>Rebecca Alcock</cp:lastModifiedBy>
  <cp:revision>257</cp:revision>
  <dcterms:modified xsi:type="dcterms:W3CDTF">2026-04-07T21:01:08Z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0x0101002C2471F04AB17F44B57090985F94B01C</vt:lpwstr>
  </property>
</Properties>
</file>